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 &amp; Tomcat Instrumentation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Application Performance Monitoring, instrumentation,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the Splunk OpenTelemetry Java agent was wired into Tomcat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280160" cy="0"/>
          </a:xfrm>
          <a:prstGeom prst="line">
            <a:avLst/>
          </a:prstGeom>
          <a:noFill/>
          <a:ln w="38100">
            <a:solidFill>
              <a:srgbClr val="0B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4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APM?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Performance Monitoring (APM) is the practice of observing a running application to understand how well it is performing and where it is struggling.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49240" cy="1143000"/>
          </a:xfrm>
          <a:prstGeom prst="rect">
            <a:avLst/>
          </a:prstGeom>
          <a:solidFill>
            <a:srgbClr val="F4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each request takes, end to 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468880"/>
            <a:ext cx="5349240" cy="1143000"/>
          </a:xfrm>
          <a:prstGeom prst="rect">
            <a:avLst/>
          </a:prstGeom>
          <a:solidFill>
            <a:srgbClr val="F4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606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971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requests the app handles per second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49240" cy="1143000"/>
          </a:xfrm>
          <a:prstGeom prst="rect">
            <a:avLst/>
          </a:prstGeom>
          <a:solidFill>
            <a:srgbClr val="F4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77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343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requests, exceptions, and their root cause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840480"/>
            <a:ext cx="5349240" cy="1143000"/>
          </a:xfrm>
          <a:prstGeom prst="rect">
            <a:avLst/>
          </a:prstGeom>
          <a:solidFill>
            <a:srgbClr val="F4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977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usage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343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memory, threads, and JVM health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catch and diagnose problems before they reach the user.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“instrumentation” mean?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Instrumentation is the process of adding code or agents to an application so it produces telemetry — traces, metrics, and logs — describing what it is doing.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instrumentation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edits application source code to add tracing calls. Precise, but requires code changes and redeploys.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468880"/>
            <a:ext cx="5394960" cy="3108960"/>
          </a:xfrm>
          <a:prstGeom prst="rect">
            <a:avLst/>
          </a:prstGeom>
          <a:solidFill>
            <a:srgbClr val="F4F6F6"/>
          </a:solidFill>
          <a:ln w="19050">
            <a:solidFill>
              <a:srgbClr val="0B5D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instrumentation (what we used)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2918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java agent (–javaagent flag) attaches to the JVM at startup and rewrites classes in memory to capture requests, JDBC calls, and JMX/HTTP activity. No source code changes required.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what the Splunk OpenTelemetry Java agent jar does for Tomcat here.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commands actually did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solidFill>
            <a:srgbClr val="0B5D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the agent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0" y="1371600"/>
            <a:ext cx="7498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Fetched splunk-otel-javaagent.jar into /opt/splunk-otel-javaagent/ — this jar contains the OpenTelemetry auto-instrumentation logic.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solidFill>
            <a:srgbClr val="0B5D5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13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the old config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2313432"/>
            <a:ext cx="7498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Commented out the existing JAVA_OPTS line from Exercise 2 so it would not conflict with the new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solidFill>
            <a:srgbClr val="0B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2552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the java agent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3255264"/>
            <a:ext cx="7498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a new JAVA_OPTS that keeps the JMX options and appends –javaagent:/opt/splunk-otel-javaagent/splunk-otel-javaagent.jar so it loads with the JVM.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457200" cy="457200"/>
          </a:xfrm>
          <a:prstGeom prst="rect">
            <a:avLst/>
          </a:prstGeom>
          <a:solidFill>
            <a:srgbClr val="0B5D5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970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OTel environment variables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4197096"/>
            <a:ext cx="7498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OTEL_SERVICE_NAME, OTEL_EXPORTER_OTLP_ENDPOINT, and OTEL_RESOURCE_ATTRIBUTES tell the agent what to call this service and where to send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457200" cy="457200"/>
          </a:xfrm>
          <a:prstGeom prst="rect">
            <a:avLst/>
          </a:prstGeom>
          <a:solidFill>
            <a:srgbClr val="0B5D5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1389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Restarted Tomcat and sent a request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14800" y="5138928"/>
            <a:ext cx="7498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systemctl restart tomcat reloads the JVM with the agent attached; the curl call generates one real HTTP request, and therefore one real trace.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OpenTelemetry environment variables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variables are read by the java agent at JVM startup and control what it reports and where it sends it.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292608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in this lab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OTEL_SERVICE_NAME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tomcat-lab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shown for this service in the Splunk APM UI — lets you tell it apart from other services.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OTEL_EXPORTER_OTLP_ENDPOINT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http://localhost:4318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 the agent sends trace data to, using the OTLP protocol over HTTP.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OTEL_RESOURCE_ATTRIBUTES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deployment.environment=lab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metadata tag attached to every trace, used to filter by environment (lab, dev, prod, etc.).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specific port numbers?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port is a separate, standard communication channel — they are not interchangeable.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6675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this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Tomcat HTTP connector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Tomcat's long-standing default web port, set in server.xml; unrelated to monitoring.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JMX remote (JVM monitoring)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arbitrary but fixed port chosen for this lab so a JMX client can query JVM stats (memory, threads) remotely; not an OTel standard.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OTLP HTTP receiver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official default port reserved for the OpenTelemetry Protocol (OTLP) over HTTP, defined by the OpenTelemetry spec. Port 4317 is the equivalent for OTLP over gRPC.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Splunk support here?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Observability Cloud (Splunk APM) is built on the open-source OpenTelemetry (OTel) standard, so instrumentation is vendor-neutral.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native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23317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same OTel APIs, SDKs, and wire protocol used across the industry — no proprietary agent format.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Auto-instrumentation agents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32461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java agents for Java, .NET, Node.js, Python, and Go — attach with a flag, no code changes.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one request across every service it touches, building a full timeline and service map.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and logs correlation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50749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 traces to related metrics and logs so root cause analysis stays in one place.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trace data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28600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 + java 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traces on each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4640" y="3410712"/>
            <a:ext cx="640080" cy="219456"/>
          </a:xfrm>
          <a:prstGeom prst="rightArrow">
            <a:avLst/>
          </a:prstGeom>
          <a:solidFill>
            <a:srgbClr val="9AA6A6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926080"/>
            <a:ext cx="228600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OTLP / HTTP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4318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sends data here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3410712"/>
            <a:ext cx="640080" cy="219456"/>
          </a:xfrm>
          <a:prstGeom prst="rightArrow">
            <a:avLst/>
          </a:prstGeom>
          <a:solidFill>
            <a:srgbClr val="9AA6A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2926080"/>
            <a:ext cx="228600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 Collector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Receives, batches, forwards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3410712"/>
            <a:ext cx="640080" cy="219456"/>
          </a:xfrm>
          <a:prstGeom prst="rightArrow">
            <a:avLst/>
          </a:prstGeom>
          <a:solidFill>
            <a:srgbClr val="9AA6A6"/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0" y="2926080"/>
            <a:ext cx="2286000" cy="1188720"/>
          </a:xfrm>
          <a:prstGeom prst="rect">
            <a:avLst/>
          </a:prstGeom>
          <a:solidFill>
            <a:srgbClr val="0B5D5D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Observability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6404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stored and visualized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curl request in the last step is what triggers this whole chain once, end to end.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645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visibility into an app's speed, errors, and resource use.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4231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 — manual or automatic — that produces that visibility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OTel java 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32004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Zero-code, automatic instrumentation attached to Tomcat via –javaagent.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(8080 / 9012 / 4318)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9776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channels: app traffic, JVM monitoring, and telemetry export.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2026-07-13T17:29:17Z</dcterms:created>
  <dcterms:modified xsi:type="dcterms:W3CDTF">2026-07-13T17:29:17Z</dcterms:modified>
</cp:coreProperties>
</file>