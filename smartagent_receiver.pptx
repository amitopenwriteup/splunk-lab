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SmartAgent Receiver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OpenTelemetry Collector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is, why it needs Docker access, and how it runs in a container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SmartAgent Receiver?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compatibility bridge, not a new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receiver built into the Splunk OTel Collector binary that lets legacy SignalFx Smart Agent monitors (MySQL, Redis, Kafka, Docker stats, process list, etc.) keep running inside the new OTel pipeline.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6949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exists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Smart Agent monitors were never ported to native OTel receivers. The SmartAgent receiver avoids rewriting every monitor config during migration — it is a drop-in replacement for its corresponding Smart Agent monitor.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417320"/>
            <a:ext cx="3840480" cy="3794760"/>
          </a:xfrm>
          <a:prstGeom prst="roundRect">
            <a:avLst>
              <a:gd name="adj" fmla="val 1928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path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205740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057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SignalFx Smart Agent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(legacy monitors)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38360" y="2743200"/>
            <a:ext cx="0" cy="4114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32004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3200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Collector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smartagent receiver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738360" y="4023360"/>
            <a:ext cx="0" cy="4114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92440" y="44805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4480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OTel receivers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(long-term target)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pipelines: metrics, logs, traces  ·  Fully supported on x86_64 / AMD64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DOCKER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Need Docker Access?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smartagent/docker-container-stats monitor reads per-container CPU, memory, and network stats directly from the Docker Engine API — the only place those numbers exist.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splunk-otel-collector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3474720"/>
            <a:ext cx="141732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108960" y="32186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288036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880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/var/run/docker.sock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(Docker Engine API)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3474720"/>
            <a:ext cx="10515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406640" y="32186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27432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743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daemon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(dockerd)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5256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stats for every container on the host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64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Permission on the socket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1937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collector user (or process) must be a member of the docker group, or run with the socket's group ID, to read /var/run/docker.sock.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7091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864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Volume mount into the container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1937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collector itself runs as a container, the host socket is bind-mounted in (read-only) so it can reach the daemon.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Fit Inside One Container?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it is one process, not a separate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smartagent receiver is compiled into the same splunk-otel-collector binary/image. Collector + SmartAgent receiver + Docker monitor all run as a single process, inside a single container (or host service).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694944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7432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container: splunk-otel-collector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51560" y="329184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3649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OTLP / host metrics receivers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34440" y="365760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OTel components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416052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2336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smartagent receiver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4526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legacy monitors (e.g. docker-container-stats)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51560" y="502920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5102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Processors + exporters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34440" y="5394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batch, resource detection → Splunk O11y Cloud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32004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Host: /var/run/docker.sock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0" y="3657600"/>
            <a:ext cx="3200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046720" y="4251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in, read-only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docker process itself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50292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5029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API socket is shared — the collector never runs “inside” Docker's own process.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82296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14630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built-in Collector receiver that runs legacy Smart Agent monitors, avoiding a config rewrite during migration to OTel.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82296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Docker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27432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docker-container-stats monitor must query the Docker Engine API for per-container metrics — that data only lives there.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23360"/>
            <a:ext cx="82296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access, exactly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402336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access to the Docker socket (/var/run/docker.sock) or TCP endpoint — group membership or a mounted volume, not root on the host.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303520"/>
            <a:ext cx="82296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3035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fit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530352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Yes: receiver, monitor, and Collector are one process in one container; only the socket is shared in from the host.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2026-07-10T02:59:28Z</dcterms:created>
  <dcterms:modified xsi:type="dcterms:W3CDTF">2026-07-10T02:59:28Z</dcterms:modified>
</cp:coreProperties>
</file>