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63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O11y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Doesn't It Show Logs Directly?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guide to the architecture, account limits, and network setup behind Log Observer Connect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Deck  •  Splunk Observability Cloud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Reason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Cloud was built for metrics &amp; traces — not for storing logs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5F6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22402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Observability Cloud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(Infrastructure Monitoring)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(APM)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AlwaysOn Profiling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46520" y="18288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5F6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12280" y="2194560"/>
            <a:ext cx="685800" cy="68580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0" y="22402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Splunk Platform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297180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application &amp; system logs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in Splunk Enterprise or Splunk Cloud Platform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copied into Observability Cloud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Bridge: Log Observer Connect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on-demand query — not a data pipeline. Nothing is duplicated or stored in Observability Cloud.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5146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O11y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2948940"/>
            <a:ext cx="1188720" cy="320040"/>
          </a:xfrm>
          <a:prstGeom prst="rightArrow">
            <a:avLst/>
          </a:prstGeom>
          <a:solidFill>
            <a:srgbClr val="FF6A0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3886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2194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80760" y="25146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Observer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948940"/>
            <a:ext cx="1188720" cy="320040"/>
          </a:xfrm>
          <a:prstGeom prst="rightArrow">
            <a:avLst/>
          </a:prstGeom>
          <a:solidFill>
            <a:srgbClr val="FF6A00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3886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8089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01200" y="2194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61320" y="2514600"/>
            <a:ext cx="822960" cy="82296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56132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10607040" cy="1005840"/>
          </a:xfrm>
          <a:prstGeom prst="rect">
            <a:avLst/>
          </a:prstGeom>
          <a:solidFill>
            <a:srgbClr val="F5F6F8"/>
          </a:solidFill>
          <a:ln/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if this connection breaks anywhere along the chain, logs don't just look incomplete — they don't appear at all, because there's no local copy to fall back 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Reasons the Connection Fails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this environment's setup attempt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5F6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0" y="202996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account limitation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450592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Observer Connect isn't supported on Splunk Cloud Platform trial instances — the feature is disabled at the account tier.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5F6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8404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840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11680" y="372160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port unreachable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4142232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8089 timed out when tested directly — Splunk Cloud's default firewall blocks it until explicitly opened.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5F6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532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532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11680" y="541324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allow list not configured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5833872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the right port, Observability Cloud's realm IPs must be added to the management-port allow list via ACS.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 Without Splunk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Cloud alone supports these end-to-end — no log ingestion involved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947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304288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&amp; app metrics via the signalfx exporter → Infrastructure Monitoring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38328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2095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56616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traces via the otlp_http exporter → APM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52544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645152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45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4714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AlwaysOn Profiling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482803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Code-level profiling via splunk_hec/profiling → the one log-shaped signal accepted directly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614416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907024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907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5733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application logs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6089904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log lines pushed to /v1/log return 404 — this endpoint is profiling-only, not a general log intake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Checklist for Log Observer Connect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3898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Splunk Cloud Platform account is NOT a trial — upgrade if needed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23113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port 8089 (management port), not 8088 (HEC), in the setup URL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07238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Observability Cloud realm's IPs to the management-port allow list via ACS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9136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with openssl s_client to confirm the TLS handshake completes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736592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36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7548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certificate served matches what was uploaded in the setup wizard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1E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7150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certificate error was a red herring — network access and account tier are the real blockers.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Widescreen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Observability Cloud Doesn't Show Logs Directly</dc:title>
  <dc:subject>PptxGenJS Presentation</dc:subject>
  <dc:creator>Splunk Training</dc:creator>
  <cp:lastModifiedBy>john test</cp:lastModifiedBy>
  <cp:revision>2</cp:revision>
  <dcterms:created xsi:type="dcterms:W3CDTF">2026-07-09T00:31:40Z</dcterms:created>
  <dcterms:modified xsi:type="dcterms:W3CDTF">2026-07-09T00:36:09Z</dcterms:modified>
</cp:coreProperties>
</file>