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AWS Metrics Reach Splunk Observability Cloud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28600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CloudWatch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· NLB · S3 · Route 53 · more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83280" y="1965960"/>
            <a:ext cx="2286000" cy="1097280"/>
          </a:xfrm>
          <a:prstGeom prst="rect">
            <a:avLst/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965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AWS Integration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Streams or API Poller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965960"/>
            <a:ext cx="228600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72200" y="1965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Cloud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&gt; AWS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926080" y="2514600"/>
            <a:ext cx="45720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669280" y="2514600"/>
            <a:ext cx="45720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AWS-managed services have no host to install an agent on — metrics come directly from CloudWatch.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IAM Role &amp; Integration Setup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48132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737360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IAM Role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CloudWatch access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38528" y="2263140"/>
            <a:ext cx="219456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57984" y="1737360"/>
            <a:ext cx="148132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03704" y="1737360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Role ARN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External ID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39312" y="2263140"/>
            <a:ext cx="219456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858768" y="1737360"/>
            <a:ext cx="148132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04488" y="1737360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Integrations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 &gt; AWS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40096" y="2263140"/>
            <a:ext cx="219456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59552" y="1737360"/>
            <a:ext cx="148132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05272" y="1737360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Ingestion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Streams / API Poller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0" y="2263140"/>
            <a:ext cx="219456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60336" y="1737360"/>
            <a:ext cx="148132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06056" y="1737360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Namespaces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 · S3 · Route53 · etc.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393192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24612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Metric Streams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real-time · ~1-2 min latency (recommended)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393192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324612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Poller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setup · 5-10+ min latency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under Infrastructure &gt; AWS — resources should populate within a few minutes.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MONITORING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Load Balancer — AWS/ApplicationELB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6888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8288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RequestCount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requests processed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828800"/>
            <a:ext cx="246888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8288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TargetResponseTime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ALB to target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246888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3640" y="18288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HealthyHostCount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UnHealthyHostCount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246888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3832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HTTPCode_Target_5XX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target-side errors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3383280"/>
            <a:ext cx="246888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33832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HTTPCode_ELB_5XX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ALB-side errors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383280"/>
            <a:ext cx="2468880" cy="1188720"/>
          </a:xfrm>
          <a:prstGeom prst="rect">
            <a:avLst/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33832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RejectedConnectionCount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at capacity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alert: detector on HTTPCode_Target_5XX_Count or UnHealthyHostCount &gt; 0.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NLB MONITORING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Load Balancer — AWS/NetworkELB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6888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8288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ActiveFlowCount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flows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828800"/>
            <a:ext cx="246888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8288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NewFlowCount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flow rate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246888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3640" y="18288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ProcessedBytes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data processed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246888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3832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HealthyHostCount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UnHealthyHostCount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3383280"/>
            <a:ext cx="246888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33832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TCP_Client_Reset_Count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TCP_Target_Reset_Count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383280"/>
            <a:ext cx="2468880" cy="1188720"/>
          </a:xfrm>
          <a:prstGeom prst="rect">
            <a:avLst/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33832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TCP_ELB_Reset_Count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NLB-initiated resets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alert: detector on UnHealthyHostCount &gt; 0 or a sudden drop in NewFlowCount.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MONITORING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Storage Service — AWS/S3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6888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8288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BucketSizeBytes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 · daily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828800"/>
            <a:ext cx="246888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8288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NumberOfObjects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 · daily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2468880" cy="1188720"/>
          </a:xfrm>
          <a:prstGeom prst="rect">
            <a:avLst/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3640" y="18288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AllRequests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Request Metrics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2468880" cy="1188720"/>
          </a:xfrm>
          <a:prstGeom prst="rect">
            <a:avLst/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3832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4xxErrors / 5xxErrors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Request Metrics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3383280"/>
            <a:ext cx="2468880" cy="1188720"/>
          </a:xfrm>
          <a:prstGeom prst="rect">
            <a:avLst/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33832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FirstByteLatency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Request Metrics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383280"/>
            <a:ext cx="246888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33832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Per Bucket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console &gt; Metrics &gt; Request metrics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metrics are on by default; request-level metrics must be enabled per bucket in AWS.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MONITORING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 &amp; Health Checks — AWS/Route53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5176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2024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HealthCheckStatus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healthy, 0 = unhealthy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749040" y="1920240"/>
            <a:ext cx="265176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794760" y="192024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HealthCheckPercentageHealthy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regions reporting healthy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0" y="1920240"/>
            <a:ext cx="265176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03720" y="192024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ConnectionTime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establish connection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8869680" cy="822960"/>
          </a:xfrm>
          <a:prstGeom prst="rect">
            <a:avLst/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6118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Query Volume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Route 53 Resolver Query Logging -&gt; CloudWatch Logs / S3 (separate setup)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alert: detector on HealthCheckStatus == 0 for immediate failover signal.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ALERTS &amp; MORE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Rounding Out AWS Coverage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64592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916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331720" y="1691640"/>
            <a:ext cx="164592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377440" y="16916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06240" y="1691640"/>
            <a:ext cx="164592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51960" y="16916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80760" y="1691640"/>
            <a:ext cx="164592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6916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1691640"/>
            <a:ext cx="164592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01000" y="16916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393192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88036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built-in AWS dashboards -&gt; group by tag (LoadBalancer, BucketName)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393192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88036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&amp; Alerts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by tag -&gt; static or dynamic threshold -&gt; notify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AWS service follows the same pattern: enable its namespace, then find its navigator.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Components Monitoring with Splunk Observability Cloud</dc:title>
  <dc:subject>PptxGenJS Presentation</dc:subject>
  <dc:creator>Splunk Observability Cloud</dc:creator>
  <cp:lastModifiedBy>Splunk Observability Cloud</cp:lastModifiedBy>
  <cp:revision>1</cp:revision>
  <dcterms:created xsi:type="dcterms:W3CDTF">2026-07-03T04:58:18Z</dcterms:created>
  <dcterms:modified xsi:type="dcterms:W3CDTF">2026-07-03T04:58:18Z</dcterms:modified>
</cp:coreProperties>
</file>