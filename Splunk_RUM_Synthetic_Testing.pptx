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 Observability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 &amp; Synthetic Testing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User Monitoring, Synthetic Test Types, and How They Fit With APM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1005840" cy="54864"/>
          </a:xfrm>
          <a:prstGeom prst="rect">
            <a:avLst/>
          </a:prstGeom>
          <a:solidFill>
            <a:srgbClr val="F0722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1920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Real User Monitoring (RUM)?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5786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Synthetic Testing?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323697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 types of synthetic tests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389534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RUM agent is instrumented (CDN vs. npm bundle)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455371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backend needs separate instrumentation (APM)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52120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RUM, Synthetics, and APM correlate together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Real User Monitoring (RUM)?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the experience of actual visitors, in their actual browsers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 is a lightweight JavaScript agent that runs inside a real visitor's browser. It captures what that specific user actually experienced — not a simulation.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706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load performance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23360" y="27706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page load time, time to first byte, Web Vitals (LCP, FID, CLS)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6850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interactions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23360" y="36850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Clicks, form submissions, navigation between pages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5994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requests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45994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XHR / fetch call the page makes, and how long each took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5138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errors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23360" y="55138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Unhandled exceptions and promise rejections, with stack traces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Synthetic Testing?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checks that run whether or not a real user is on the site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Monitoring runs scripted tests from Splunk-managed locations around the world, on a schedule you define — independent of real traffic.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problems before a real user hits them — including overnight or in low-traffic regions.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74320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17720" y="34747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steps, same assertions, every run — a stable baseline to measure against.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274320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0" y="34747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even when nobody is visiting the site, so uptime is monitored continuously.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 Types of Synthetic Tests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 Synthetic Monitoring: 3 categories, 5 distinct test types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1783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Single-Page Browser Test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63440" y="17830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 one URL in a real Chrome browser and captures page performance, Web Vitals, and a waterfall of every request.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6791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26791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Browser Test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26791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multi-step journey — clicks, form fills, navigation — grouped into synthetic transactions like login or checkout.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5753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35753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Uptime Test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3575304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lightweight curl-based check of a single URL's response time and status code. No HTML parsing or JavaScript.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47141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44714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Uptime Test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4471416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a raw TCP or UDP port on a server to confirm the service behind it is reachable.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3675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53675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Test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536752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Chains one or more HTTP requests together, extracts values between steps, and asserts on status, body, and timing.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Instrumenting the RUM Agent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load the same JavaScript agent — both are still just JavaScript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3840480"/>
          </a:xfrm>
          <a:prstGeom prst="roundRect">
            <a:avLst>
              <a:gd name="adj" fmla="val 1429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Script Tag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4800600" cy="155448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670048"/>
            <a:ext cx="43434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src="https://cdn.signalfx.com/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o11y-gdi-rum/latest/splunk-otel-web.js"&gt;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SplunkRum.init({ ... });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build step. Edit config directly in the HTML. Fastest to set up.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349240" cy="3840480"/>
          </a:xfrm>
          <a:prstGeom prst="roundRect">
            <a:avLst>
              <a:gd name="adj" fmla="val 1429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103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+ Bundler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46520" y="2560320"/>
            <a:ext cx="4800600" cy="155448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670048"/>
            <a:ext cx="43434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@splunk/otel-web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SplunkRum } from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"@splunk/otel-web";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SplunkRum.init({ ... });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46520" y="42519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 bundle step (e.g. esbuild) after every config change. Useful for tree-shaking, plugins, or strict CSPs.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 Is Browser-Only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agent's language is JavaScript — regardless of what runs on the server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the page is served by Apache, Java, Node, or PHP, once HTML reaches the browser only JavaScript executes there. That's why the RUM agent — and npm, its build tool — has nothing to do with the backend language.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349240" cy="2651760"/>
          </a:xfrm>
          <a:prstGeom prst="roundRect">
            <a:avLst>
              <a:gd name="adj" fmla="val 2069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017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— Browser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 Agent (@splunk/otel-web)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page loads, clicks, XHR calls, JS errors — regardless of backend language.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788920"/>
            <a:ext cx="5349240" cy="2651760"/>
          </a:xfrm>
          <a:prstGeom prst="roundRect">
            <a:avLst>
              <a:gd name="adj" fmla="val 2069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3017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— Java Process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46520" y="3520440"/>
            <a:ext cx="4800600" cy="173736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3630168"/>
            <a:ext cx="43434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-javaagent:/opt/splunk-otel-javaagent.jar \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-Dotel.service.name=my-java-app \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-Dotel.exporter.otlp.endpoint=\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http://localhost:4317 \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-jar myapp.jar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All Correlates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signals, one picture of the request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Test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scheduled browser or API check runs against the app from an external location.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087368" y="28346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0" y="210312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 Session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(or synthetic) browser session records page load, clicks, and network calls.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927848" y="28346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229600" y="210312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APM Trace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5820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backend span for that same request, captured by the Java agent.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480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 links these automatically: a synthetic run can open the matching APM trace, and a RUM session's XHR calls can open their backend trace — so one slow click traces all the way to the exact backend span.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920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 measures real users; Synthetic Testing measures on a schedule, with or without real traffic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697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synthetic test types: single-page browser, transactional browser, HTTP uptime, port uptime, and API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3474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RUM agent is JavaScript, loaded via a CDN script tag or bundled with npm — either way it only touches the browser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4251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instrumentation (e.g. the Java agent) is separate and unrelated to the RUM agent's language or build tool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5029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Together, Synthetics, RUM, and APM give one correlated view from external check to real user to backend trace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2026-07-13T08:06:30Z</dcterms:created>
  <dcterms:modified xsi:type="dcterms:W3CDTF">2026-07-13T08:06:30Z</dcterms:modified>
</cp:coreProperties>
</file>