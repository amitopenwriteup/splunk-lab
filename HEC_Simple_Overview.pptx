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Event Collector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Send Data and Application Events to Splunk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926080"/>
            <a:ext cx="2011680" cy="0"/>
          </a:xfrm>
          <a:prstGeom prst="line">
            <a:avLst/>
          </a:prstGeom>
          <a:noFill/>
          <a:ln w="38100">
            <a:solidFill>
              <a:srgbClr val="0F6E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Enterprise &amp; Splunk Cloud Platform  |  Splunk Web Setup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HEC?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(HTTP Event Collector) lets apps send data straight to Splunk over HTTP or HTTPS.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a simple token for authentication — no Splunk username or password needed in your app.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need for a separate Splunk forwarder just to send application events.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can be sent as plain text or JSON.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961120" y="146304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4F7F7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982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Example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098280" y="2148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B5A79AAD-D822-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46CC-80D1-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819F80D7BFB0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9828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32-character GUID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Event Collector (HEC)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HEC Is Simple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7F9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Forwarder Required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events directly from your app or HTTP client — skip forwarder setup entirely.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7F9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authenticates the connection. No credentials stored in your code.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7F9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46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3 Steps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HEC, create a token, then send events to a URL with that token.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310896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7F9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246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Everywhere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657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 or tool that can make an HTTP request can send data to HEC.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Event Collector (HEC)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HEC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6E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13816" y="2560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" y="30632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line, metric, etc.)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54096" y="3154680"/>
            <a:ext cx="411480" cy="0"/>
          </a:xfrm>
          <a:prstGeom prst="line">
            <a:avLst/>
          </a:prstGeom>
          <a:noFill/>
          <a:ln w="25400">
            <a:solidFill>
              <a:srgbClr val="0F6E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11296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6E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48456" y="2560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8456" y="30632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with token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88736" y="3154680"/>
            <a:ext cx="411480" cy="0"/>
          </a:xfrm>
          <a:prstGeom prst="line">
            <a:avLst/>
          </a:prstGeom>
          <a:noFill/>
          <a:ln w="25400">
            <a:solidFill>
              <a:srgbClr val="0F6E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45936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6E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3096" y="2560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Endpoint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83096" y="30632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token,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JSON/text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23376" y="3154680"/>
            <a:ext cx="411480" cy="0"/>
          </a:xfrm>
          <a:prstGeom prst="line">
            <a:avLst/>
          </a:prstGeom>
          <a:noFill/>
          <a:ln w="25400">
            <a:solidFill>
              <a:srgbClr val="0F6E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0576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EAF4F3"/>
          </a:solidFill>
          <a:ln w="19050">
            <a:solidFill>
              <a:srgbClr val="0F6E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17736" y="25603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Index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17736" y="30632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is indexed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uses source, source type, and index defined on the token itself.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Event Collector (HEC)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HEC in Splunk Web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HEC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37160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Data Inputs &gt; HTTP Event Collector &gt; Global Settings &gt; set All Tokens to Enabled.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Token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242316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Add Data &gt; Monitor &gt; HTTP Event Collector. Name it, set source type and index, then Submit.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Token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347472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generated token value — you will place it in your app's Authorization header.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452628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token to POST JSON or text events to the HEC endpoint URL.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Event Collector (HEC)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Data —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cURL request is enough to send an event to HEC: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https://hec.example.com:8088/services/collector/event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"Authorization: Splunk B5A79AAD-D822-46CC-80D1-819F80D7BFB0"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'{"event": "hello world"}'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responds with: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EAF4F3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416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{"text": "Success", "code": 0}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HTTP client — cURL, Java, JavaScript, .NET, Python, and more.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Event Collector (HEC)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= simplest way to get application data into Splunk over HTTP/HTTPS.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means no Splunk credentials inside your app.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forwarder needed — just enable, create a token, and send events.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both Splunk Enterprise and Splunk Cloud Platform.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Enterprise adds extra flexibility: HTTP support, output-group forwarding, deployment server distribution.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Event Collector (HEC)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Event Collector (HEC) - A Simple Way to Send Data</dc:title>
  <dc:subject>PptxGenJS Presentation</dc:subject>
  <dc:creator>Splunk Docs Summary</dc:creator>
  <cp:lastModifiedBy>Splunk Docs Summary</cp:lastModifiedBy>
  <cp:revision>1</cp:revision>
  <dcterms:created xsi:type="dcterms:W3CDTF">2026-07-06T14:35:54Z</dcterms:created>
  <dcterms:modified xsi:type="dcterms:W3CDTF">2026-07-06T14:35:54Z</dcterms:modified>
</cp:coreProperties>
</file>