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Cloud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Collector Components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Receivers, processors, exporters, extensions, and connectors of the Splunk Distribution of the OpenTelemetry Collector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2926080" cy="0"/>
          </a:xfrm>
          <a:prstGeom prst="line">
            <a:avLst/>
          </a:prstGeom>
          <a:noFill/>
          <a:ln w="25400">
            <a:solidFill>
              <a:srgbClr val="0F6E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help.splunk.com — Collector components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Component Types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activate components by configuring service pipelines in the Collector config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383280" y="169164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 into the Collector from multiple sources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51176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5117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383280" y="2551176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operations on data before it's exported (for example, filtering)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1071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83280" y="341071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data to one or more backends or destinations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70248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7024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83280" y="427024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capabilities of the Collector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29784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2978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383280" y="5129784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telemetry data between different Collector pipelines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Distribution of the OpenTelemetry Collector — Collector Components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 into the Collector — over 50 supported sources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by pipeline type: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60320" cy="3840480"/>
          </a:xfrm>
          <a:prstGeom prst="roundRect">
            <a:avLst>
              <a:gd name="adj" fmla="val 2143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metrics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vCenter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metrics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560320" cy="3840480"/>
          </a:xfrm>
          <a:prstGeom prst="roundRect">
            <a:avLst>
              <a:gd name="adj" fmla="val 2143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65176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Filelog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Forward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log / UDP log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event log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2560320" cy="3840480"/>
          </a:xfrm>
          <a:prstGeom prst="roundRect">
            <a:avLst>
              <a:gd name="adj" fmla="val 2143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65176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Zipkin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52560" y="2011680"/>
            <a:ext cx="2560320" cy="3840480"/>
          </a:xfrm>
          <a:prstGeom prst="roundRect">
            <a:avLst>
              <a:gd name="adj" fmla="val 2143"/>
            </a:avLst>
          </a:prstGeom>
          <a:solidFill>
            <a:srgbClr val="F4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923544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&amp; Cloud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35440" y="265176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stats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cluster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container metrics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event hub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Foundry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Distribution of the OpenTelemetry Collector — Collector Components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Transform, filter, or enrich data between receiving and exporting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data to reduce the number of outgoing requests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172200" y="16459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9659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Adds, updates, or deletes attributes on spans, metrics, or logs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81635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/ Resource detection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136392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or auto-detects resource attributes, e.g. host or cloud metadata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72200" y="281635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3136392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telemetry that matches specified conditions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986784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Limiter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306824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out-of-memory situations by shedding load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72200" y="3986784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sampling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4306824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traces based on criteria evaluated after the full trace is seen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157216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477256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sensitive data from telemetry before export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72200" y="5157216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5477256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telemetry using the OpenTelemetry Transformation Language (OTTL)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Distribution of the OpenTelemetry Collector — Collector Components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processed data to one or more backends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SignalFx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metrics and traces to Splunk Infrastructure Monitoring / APM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172200" y="16459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/ OTLP-HTTP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9659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data using the native OpenTelemetry protocol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81635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HEC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136392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logs and events to Splunk Enterprise or Splunk Cloud Platform via HEC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72200" y="281635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3136392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telemetry to the Collector's own logs — useful for troubleshooting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986784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306824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telemetry data to a Kafka topic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72200" y="3986784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4306824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telemetry data to a local file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157216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477256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telemetry data to an Amazon S3 bucket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72200" y="5157216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5477256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data across multiple backend Collector instances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Distribution of the OpenTelemetry Collector — Collector Components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Extensions &amp; Connectors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capabilities and link pipelines together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Collector capabilities outside the main data pipelines.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Exposes an HTTP endpoint to report Collector health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zPages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Serves live in-process diagnostic pages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Client Auth / Basicauth / Bearer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Handle authentication for other components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Host / Kubernetes observer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Discover targets for automatic discovery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Persists queue and checkpoint data to disk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600200"/>
            <a:ext cx="0" cy="466344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Connectors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09360" y="19202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two pipelines, consuming data as an exporter and emitting it as a receiver.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2514600"/>
            <a:ext cx="5303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connector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Routes data to different pipelines based on conditions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Metrics connector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Generates request, error, and duration (RED) metrics from span data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connector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Aggregates telemetry data into sum metrics across pipelines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Distribution of the OpenTelemetry Collector — Collector Components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Components Fit Together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pipeline chains receivers, processors, and exporters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568196" y="27432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568196" y="29077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05356" y="3337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hostmetrics, otlp, filelog...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037076" y="3337560"/>
            <a:ext cx="8229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60036" y="27432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0F6E6A"/>
          </a:solidFill>
          <a:ln/>
        </p:spPr>
      </p:sp>
      <p:sp>
        <p:nvSpPr>
          <p:cNvPr id="9" name="Text 7"/>
          <p:cNvSpPr/>
          <p:nvPr/>
        </p:nvSpPr>
        <p:spPr>
          <a:xfrm>
            <a:off x="4860036" y="29077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97196" y="3337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batch, resource, filter...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28916" y="3337560"/>
            <a:ext cx="8229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51876" y="27432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151876" y="29077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89036" y="3337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signalfx, otlp, splunk_hec...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80160" y="43891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run alongside pipelines (health checks, auth, discovery). Connectors join two pipelines together, acting as an exporter for one and a receiver for the other.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737360" y="5257800"/>
            <a:ext cx="8686800" cy="777240"/>
          </a:xfrm>
          <a:prstGeom prst="roundRect">
            <a:avLst>
              <a:gd name="adj" fmla="val 9412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1920240" y="53492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pipelines: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metrics: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receivers: [hostmetrics]  processors: [batch]  exporters: [signalfx]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Distribution of the OpenTelemetry Collector — Collector Components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Convention: Snake Case Migration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multi-word component names are being renamed upstream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1645920"/>
          <a:ext cx="7772400" cy="4572000"/>
        </p:xfrm>
        <a:graphic>
          <a:graphicData uri="http://schemas.openxmlformats.org/drawingml/2006/table">
            <a:tbl>
              <a:tblPr/>
              <a:tblGrid>
                <a:gridCol w="3886200"/>
                <a:gridCol w="3886200"/>
              </a:tblGrid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Old Name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New Name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azureblob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azure_blob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azureeventhub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azure_event_hub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azuremonitor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azure_monitor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filelog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file_log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httpcheck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http_check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mongodbatlas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mongodb_atlas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prometheusremotewrite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prometheus_remote_write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tcplog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tcp_log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udplog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udp_log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windowseventlog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windows_event_log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Distribution of the OpenTelemetry Collector — Collector Components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components further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0F6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847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Your Data with Pipelines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to define and chain receivers, processors, and exporters.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0F6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78040" y="1847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Configuration Options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78040" y="23317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authentication, gRPC, HTTP, network, and TLS settings shared across components.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0F6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995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Tags or Attributes in OpenTelemetry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44805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metadata flows through the pipeline via attributes.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7947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023360"/>
            <a:ext cx="502920" cy="502920"/>
          </a:xfrm>
          <a:prstGeom prst="ellipse">
            <a:avLst/>
          </a:prstGeom>
          <a:solidFill>
            <a:srgbClr val="0F6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78040" y="3995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opentelemetry-collector-contrib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78040" y="44805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upstream GitHub repository for the full list of available components.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Distribution of the OpenTelemetry Collector — Collector Components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Splunk OTel Collector Components</dc:title>
  <dc:subject>PptxGenJS Presentation</dc:subject>
  <dc:creator>Splunk Docs Summary</dc:creator>
  <cp:lastModifiedBy>Splunk Docs Summary</cp:lastModifiedBy>
  <cp:revision>1</cp:revision>
  <dcterms:created xsi:type="dcterms:W3CDTF">2026-07-06T07:30:40Z</dcterms:created>
  <dcterms:modified xsi:type="dcterms:W3CDTF">2026-07-06T07:30:40Z</dcterms:modified>
</cp:coreProperties>
</file>