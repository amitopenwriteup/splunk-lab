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1169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F5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PERFORMANCE MANAGEMENT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22402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APM Tools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822960" y="32004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They, and Why Do Modern Teams Rely on Them?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4663440"/>
            <a:ext cx="3108960" cy="82296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APM TOOLS?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4663440"/>
            <a:ext cx="3108960" cy="82296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34840" y="4663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APM TOOLS?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0" y="5074920"/>
            <a:ext cx="45720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Tools  |  What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APM Tools?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that watches how applications actually behave while they run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Application Performance Management (APM) tool is software that continuously watches a running application, records how it behaves, and presents that behavior in a way engineers can understand and act on — without needing to add print statements or reproduce the issue manually.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880360"/>
            <a:ext cx="2743200" cy="16002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804672" y="29352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3191256"/>
            <a:ext cx="2596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5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executing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or staging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3680460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2880360"/>
            <a:ext cx="3291840" cy="160020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93522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96512" y="3191256"/>
            <a:ext cx="3145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the code,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response times,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and resource use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0" y="3680460"/>
            <a:ext cx="54864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863840" y="2880360"/>
            <a:ext cx="2743200" cy="160020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36992" y="293522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Engineer's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36992" y="3191256"/>
            <a:ext cx="25968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95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endParaRPr lang="en-US" sz="950" dirty="0">
              <a:solidFill>
                <a:srgbClr val="2B2B2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requests, failing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and their exact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in the code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APM turns raw application behavior into something a person can read, question and fix.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Tools  |  What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APM Tools?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teams run into once applications outgrow manual troubleshooting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212080" cy="502920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APM 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1600200"/>
            <a:ext cx="5212080" cy="50292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6002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APM TOOL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103120"/>
            <a:ext cx="5212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103120"/>
            <a:ext cx="52120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317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learn about outages from angry customers, not their systems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a slowdown means guessing and adding temporary logging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which service or query is actually at fault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take hours because the search space is the whole application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work is reactive, done only after damage is done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233172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are flagged automatically, often before users notice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see the exact function, query or dependency at fault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Bottlenecks are ranked by actual business impact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take minutes because the search space is narrowed instantly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becomes a habit teams manage continuously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Tools  |  What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APM Tools Deliver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outcomes teams get once performance data is captured and organized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743200" cy="5943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4688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current picture of how every part of the application is performing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703320" y="1691640"/>
            <a:ext cx="2743200" cy="5943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Fix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22860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24688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are narrowed to their exact cause in minutes rather than hours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766560" y="1691640"/>
            <a:ext cx="2743200" cy="5943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22860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4688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are ranked by how much they actually affect users and revenue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829800" y="1691640"/>
            <a:ext cx="2743200" cy="59436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1691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29800" y="228600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3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12680" y="2468880"/>
            <a:ext cx="2377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and early warnings catch problems before they become outages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outcomes shift performance management from firefighting to a routine, measurable practice.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APM Tools  |  What &amp; Why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Relies on APM Tools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serves different roles across an organization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834640" cy="658368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0" y="16459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the exact line of code or query causing a slowdown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834640" cy="658368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688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/ Ops Teams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0" y="25146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overall system health and respond to incidents quickly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2834640" cy="658368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Leaders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0" y="338328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reliability trends and where to invest engineering time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2834640" cy="658368"/>
          </a:xfrm>
          <a:prstGeom prst="rect">
            <a:avLst/>
          </a:prstGeom>
          <a:solidFill>
            <a:srgbClr val="F4F6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0624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Stakeholders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57600" y="425196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performance connects to revenue and users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1E2761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APM tools turn invisible application behavior into visible, actionable data — for everyone who depends on the application working.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Microsoft Office PowerPoint</Application>
  <PresentationFormat>Widescreen</PresentationFormat>
  <Paragraphs>75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APM Tools - What and Why</dc:title>
  <dc:subject>PptxGenJS Presentation</dc:subject>
  <dc:creator>Training Team</dc:creator>
  <cp:lastModifiedBy>john test</cp:lastModifiedBy>
  <cp:revision>2</cp:revision>
  <dcterms:created xsi:type="dcterms:W3CDTF">2026-07-01T07:23:57Z</dcterms:created>
  <dcterms:modified xsi:type="dcterms:W3CDTF">2026-07-05T14:18:19Z</dcterms:modified>
</cp:coreProperties>
</file>