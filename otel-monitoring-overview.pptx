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Server Data Reaches Splunk Observability Cloud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828800" cy="100584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82880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Server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Collector (agent)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88920" y="1828800"/>
            <a:ext cx="1828800" cy="100584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834640" y="182880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Server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Collector (agent)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120640" y="1828800"/>
            <a:ext cx="1828800" cy="1005840"/>
          </a:xfrm>
          <a:prstGeom prst="rect">
            <a:avLst/>
          </a:prstGeom>
          <a:solidFill>
            <a:srgbClr val="EEF1F8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166360" y="182880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Ingest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· logs · traces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452360" y="1828800"/>
            <a:ext cx="1828800" cy="1005840"/>
          </a:xfrm>
          <a:prstGeom prst="rect">
            <a:avLst/>
          </a:prstGeom>
          <a:solidFill>
            <a:srgbClr val="EEF1F8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498080" y="182880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Cloud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· APM · Alerts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286000" y="2331720"/>
            <a:ext cx="502920" cy="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617720" y="2331720"/>
            <a:ext cx="502920" cy="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949440" y="2331720"/>
            <a:ext cx="502920" cy="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074920" y="3611880"/>
            <a:ext cx="182880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120640" y="36118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452360" y="3611880"/>
            <a:ext cx="182880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98080" y="36118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829800" y="3611880"/>
            <a:ext cx="182880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875520" y="36118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&amp; Detectors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366760" y="2834640"/>
            <a:ext cx="0" cy="73152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OTel Collector runs on each host and streams data through a single ingest pipeline into Splunk Observability Cloud.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SERVER MONITORING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OTel Collector Install &amp; Configuration 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481328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691640"/>
            <a:ext cx="13898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Access Token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scope · Settings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938528" y="2217420"/>
            <a:ext cx="219456" cy="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157984" y="1691640"/>
            <a:ext cx="1481328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03704" y="1691640"/>
            <a:ext cx="13898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Realm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app.&lt;realm&gt;.signalfx.com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39312" y="2217420"/>
            <a:ext cx="219456" cy="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858768" y="1691640"/>
            <a:ext cx="1481328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904488" y="1691640"/>
            <a:ext cx="13898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Install Script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splunk-otel-collector.sh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340096" y="2217420"/>
            <a:ext cx="219456" cy="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559552" y="1691640"/>
            <a:ext cx="1481328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05272" y="1691640"/>
            <a:ext cx="13898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 Service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systemctl status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040880" y="2217420"/>
            <a:ext cx="219456" cy="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260336" y="1691640"/>
            <a:ext cx="1481328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06056" y="1691640"/>
            <a:ext cx="13898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in UI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&gt; Hosts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246120"/>
            <a:ext cx="3931920" cy="123444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324612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agent_config.yaml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receivers: host_metrics, otlp, fluent_forward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3246120"/>
            <a:ext cx="3931920" cy="123444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00600" y="324612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· logs · traces  -&gt;  exporters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89120" y="3863340"/>
            <a:ext cx="365760" cy="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config already enables host metrics; log and trace collection are turned on by editing the same file.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SERVER MONITORING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OTel Collector Install &amp; Configuration 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481328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691640"/>
            <a:ext cx="13898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Access Token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scope · Settings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938528" y="2217420"/>
            <a:ext cx="219456" cy="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157984" y="1691640"/>
            <a:ext cx="1481328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03704" y="1691640"/>
            <a:ext cx="13898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Execution Policy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 (session scope)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39312" y="2217420"/>
            <a:ext cx="219456" cy="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858768" y="1691640"/>
            <a:ext cx="1481328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904488" y="1691640"/>
            <a:ext cx="13898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Install Script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splunk-otel-collector.ps1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340096" y="2217420"/>
            <a:ext cx="219456" cy="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559552" y="1691640"/>
            <a:ext cx="1481328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05272" y="1691640"/>
            <a:ext cx="13898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Service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Get-Service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040880" y="2217420"/>
            <a:ext cx="219456" cy="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260336" y="1691640"/>
            <a:ext cx="1481328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06056" y="1691640"/>
            <a:ext cx="13898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in UI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&gt; Hosts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246120"/>
            <a:ext cx="3931920" cy="123444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324612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Files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 binaries (.exe)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3246120"/>
            <a:ext cx="3931920" cy="123444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00600" y="324612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ProgramData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agent_config.yaml · logs (edit here)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Binaries and editable configuration live in separate directories — always edit the copy under ProgramData.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COLLECTOR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Receivers, Processors, and Exporters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920240"/>
            <a:ext cx="2286000" cy="137160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9202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Receivers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host_metrics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otlp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windowseventlog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fluent_forward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83280" y="1920240"/>
            <a:ext cx="2286000" cy="1371600"/>
          </a:xfrm>
          <a:prstGeom prst="rect">
            <a:avLst/>
          </a:prstGeom>
          <a:solidFill>
            <a:srgbClr val="EEF1F8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29000" y="19202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Processors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memory_limiter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resourcedetection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1920240"/>
            <a:ext cx="2286000" cy="137160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17920" y="19202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Exporters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signalfx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splunk_hec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otlp_http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880360" y="2606040"/>
            <a:ext cx="502920" cy="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669280" y="2606040"/>
            <a:ext cx="502920" cy="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pipeline (metrics, logs, traces) follows this same three-stage shape inside agent_config.yaml.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4023360"/>
            <a:ext cx="1737360" cy="502920"/>
          </a:xfrm>
          <a:prstGeom prst="rect">
            <a:avLst/>
          </a:prstGeom>
          <a:solidFill>
            <a:srgbClr val="EEF1F8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40233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514600" y="4023360"/>
            <a:ext cx="1737360" cy="502920"/>
          </a:xfrm>
          <a:prstGeom prst="rect">
            <a:avLst/>
          </a:prstGeom>
          <a:solidFill>
            <a:srgbClr val="EEF1F8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560320" y="40233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434840" y="4023360"/>
            <a:ext cx="1737360" cy="502920"/>
          </a:xfrm>
          <a:prstGeom prst="rect">
            <a:avLst/>
          </a:prstGeom>
          <a:solidFill>
            <a:srgbClr val="EEF1F8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80560" y="40233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Confirming Data in Splunk Observability Cloud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1920240" cy="118872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69164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· CPU/mem/disk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880360" y="1691640"/>
            <a:ext cx="1920240" cy="118872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926080" y="169164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APM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map · traces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257800" y="1691640"/>
            <a:ext cx="1920240" cy="118872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303520" y="169164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· system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35240" y="1691640"/>
            <a:ext cx="1920240" cy="118872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680960" y="169164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Detectors · notifications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0" y="1188720"/>
            <a:ext cx="0" cy="45720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657600" y="731520"/>
            <a:ext cx="2743200" cy="457200"/>
          </a:xfrm>
          <a:prstGeom prst="rect">
            <a:avLst/>
          </a:prstGeom>
          <a:solidFill>
            <a:srgbClr val="EEF1F8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03320" y="731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 Sends Data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291840"/>
            <a:ext cx="3931920" cy="123444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329184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Tagging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environment:lab  -&gt;  filter &amp; scope dashboards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09160" y="3291840"/>
            <a:ext cx="3931920" cy="123444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329184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journalctl / Event Log  -&gt;  validate config  -&gt;  restart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healthy setup shows the host under Infrastructure within minutes, with logs, traces, and alerts following the same path.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&amp; Windows Server Monitoring with Splunk Observability Cloud</dc:title>
  <dc:subject>PptxGenJS Presentation</dc:subject>
  <dc:creator>Splunk OTel Monitoring</dc:creator>
  <cp:lastModifiedBy>Splunk OTel Monitoring</cp:lastModifiedBy>
  <cp:revision>1</cp:revision>
  <dcterms:created xsi:type="dcterms:W3CDTF">2026-07-02T07:15:44Z</dcterms:created>
  <dcterms:modified xsi:type="dcterms:W3CDTF">2026-07-02T07:15:44Z</dcterms:modified>
</cp:coreProperties>
</file>