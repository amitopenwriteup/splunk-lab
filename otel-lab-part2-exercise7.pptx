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0802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19456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Hosts with deployment.environment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Custom Attributes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OpenTelemetry deployment.environment attribute and custom resource attributes to tag your host, via the Collector's Resource processor — the method Splunk's official docs recommend.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0"/>
            <a:ext cx="8778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52578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
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completed — Collector running as a Windows service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Part 2 (Exercise 7) — Tagging Hosts with deployment.environment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Prerequisite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hosts using the standardized OpenTelemetry deployment.environment attribute — not a generic "environment" tag — plus custom resource attributes, applied through the Collector's Resource processor.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documentation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tags or attributes in OpenTelemetry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processor documentation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55448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lab-otel-collector-windows-part1.md: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6517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installed and running as a Windows service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metrics visible in Infrastructure → Hosts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4114800"/>
            <a:ext cx="49377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4297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Part 2 (Exercise 7) — Tagging Hosts with deployment.environment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deployment.environment Specifically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deployment.environment is a standardized OpenTelemetry attribute — not a free-form tag. Splunk Observability Cloud uses this exact name to power Related Content links between Infrastructure and APM.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FBF2F1"/>
          </a:solidFill>
          <a:ln w="12700">
            <a:solidFill>
              <a:srgbClr val="E9C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71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tag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429000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566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environment: staging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env: staging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keys aren't recognized by Splunk's Related Content linking — Infrastructure and APM stay disconnected.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E6F2EF"/>
          </a:solidFill>
          <a:ln w="12700">
            <a:solidFill>
              <a:srgbClr val="BED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971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attribute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0" y="3429000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3566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deployment.environment: staging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42519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OTel-standard key. Splunk Observability Cloud recognizes it and links host and service views automatically.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Part 2 (Exercise 7) — Tagging Hosts with deployment.environment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Config &amp; Add a Resource Processor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agent config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2011680"/>
            <a:ext cx="10424160" cy="64008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1488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notepad "C:\ProgramData\Splunk\OpenTelemetry Collector\agent_config.yaml"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880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resource processor — find processors: and add a resource: block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3337560"/>
            <a:ext cx="10424160" cy="2926080"/>
          </a:xfrm>
          <a:prstGeom prst="roundRect">
            <a:avLst>
              <a:gd name="adj" fmla="val 1875"/>
            </a:avLst>
          </a:prstGeom>
          <a:solidFill>
            <a:srgbClr val="F5F6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3474720"/>
            <a:ext cx="9966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processors: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resourcedetection: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detectors: [system]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override: true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attributes: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key: deployment.environment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"staging"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action: upsert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key: team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"web"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action: upsert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Part 2 (Exercise 7) — Tagging Hosts with deployment.environment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resource Into the Pipelines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service: → pipelines:, list resource in the processors: array for the pipelines you want tagged — typically both metrics and traces.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6949440" cy="3063240"/>
          </a:xfrm>
          <a:prstGeom prst="roundRect">
            <a:avLst>
              <a:gd name="adj" fmla="val 1791"/>
            </a:avLst>
          </a:prstGeom>
          <a:solidFill>
            <a:srgbClr val="F5F6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86000"/>
            <a:ext cx="6492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pipelines: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metrics: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receivers: [hostmetrics, windowsperfcounters]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processors: [resourcedetection, resource, batch]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exporters: [signalfx]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traces: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receivers: [otlp]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processors: [resourcedetection, resource, batch]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exporters: [sapm]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0" y="2148840"/>
            <a:ext cx="37490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01000" y="2331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order matters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01000" y="2697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resourcedetection runs first and fills in defaults (like hostname). resource runs second and applies your upsert / insert / delete actions on top.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01000" y="3794760"/>
            <a:ext cx="32918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39319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if missing, overwrite if present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the key doesn't already exist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key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Part 2 (Exercise 7) — Tagging Hosts with deployment.environment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4–5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Save, Restart, and Check for Errors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restart the service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2011680"/>
            <a:ext cx="10424160" cy="960120"/>
          </a:xfrm>
          <a:prstGeom prst="roundRect">
            <a:avLst>
              <a:gd name="adj" fmla="val 5714"/>
            </a:avLst>
          </a:prstGeom>
          <a:solidFill>
            <a:srgbClr val="F5F6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1488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Restart-Service splunk-otel-collector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Get-Service splunk-otel-collector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result:  </a:t>
            </a:r>
            <a:r>
              <a:rPr lang="en-US" sz="1300" b="1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shows Running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config errors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4069080"/>
            <a:ext cx="10424160" cy="6858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42062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Get-Content "C:\ProgramData\Splunk\OpenTelemetry Collector\logs\otelcol.log" -Tail 30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4937760"/>
            <a:ext cx="10424160" cy="777240"/>
          </a:xfrm>
          <a:prstGeom prst="roundRect">
            <a:avLst>
              <a:gd name="adj" fmla="val 7059"/>
            </a:avLst>
          </a:prstGeom>
          <a:solidFill>
            <a:srgbClr val="E6F2EF"/>
          </a:solidFill>
          <a:ln w="12700">
            <a:solidFill>
              <a:srgbClr val="BED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49377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YAML indentation mistake is the most common failure here — the log will point at the offending line if the service won't come back up.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Part 2 (Exercise 7) — Tagging Hosts with deployment.environment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 the UI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E6F2EF"/>
          </a:solidFill>
          <a:ln w="12700">
            <a:solidFill>
              <a:srgbClr val="0F6E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581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host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0" y="1581912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Infrastructure → Hosts in Splunk Observability Cloud and open your host.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E6F2EF"/>
          </a:solidFill>
          <a:ln w="12700">
            <a:solidFill>
              <a:srgbClr val="0F6E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6334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metadata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2633472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Metadata / Properties panel for deployment.environment: staging and team: web.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E6F2EF"/>
          </a:solidFill>
          <a:ln w="12700">
            <a:solidFill>
              <a:srgbClr val="0F6E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36850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APM linking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89120" y="3685032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APM, confirm a service on this host shows a Related Content link back to its Infrastructure host — appears only when deployment.environment is set correctly.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61772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E6F2EF"/>
          </a:solidFill>
          <a:ln w="12700">
            <a:solidFill>
              <a:srgbClr val="0F6E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25880" y="47365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filter bar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89120" y="4736592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chart or host list, search deployment.environment:staging to confirm the host is discoverable.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Part 2 (Exercise 7) — Tagging Hosts with deployment.environment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(Exercise 7) Checkpoint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65376"/>
            <a:ext cx="347472" cy="347472"/>
          </a:xfrm>
          <a:prstGeom prst="ellipse">
            <a:avLst/>
          </a:prstGeom>
          <a:solidFill>
            <a:srgbClr val="0F6E5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37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processor added with deployment.environment (upsert)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734056"/>
            <a:ext cx="347472" cy="347472"/>
          </a:xfrm>
          <a:prstGeom prst="ellipse">
            <a:avLst/>
          </a:prstGeom>
          <a:solidFill>
            <a:srgbClr val="0F6E5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56032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processor included in metrics/traces pipelines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602736"/>
            <a:ext cx="347472" cy="347472"/>
          </a:xfrm>
          <a:prstGeom prst="ellipse">
            <a:avLst/>
          </a:prstGeom>
          <a:solidFill>
            <a:srgbClr val="0F6E5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575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4290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restarted with no errors in otelcol.log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471416"/>
            <a:ext cx="347472" cy="347472"/>
          </a:xfrm>
          <a:prstGeom prst="ellipse">
            <a:avLst/>
          </a:prstGeom>
          <a:solidFill>
            <a:srgbClr val="0F6E5E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43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2976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deployment.environment and custom attributes visible on host in UI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E6F2EF"/>
          </a:solidFill>
          <a:ln w="12700">
            <a:solidFill>
              <a:srgbClr val="BED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3035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with Exercise 8 (alerting) in lab-otel-collector-windows-part2.md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Part 2 (Exercise 7) — Tagging Hosts with deployment.environment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</Words>
  <Application>Microsoft Office PowerPoint</Application>
  <PresentationFormat>Widescreen</PresentationFormat>
  <Paragraphs>130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Tagging Hosts with deployment.environment</dc:title>
  <dc:subject>PptxGenJS Presentation</dc:subject>
  <dc:creator>Splunk Lab</dc:creator>
  <cp:lastModifiedBy>john test</cp:lastModifiedBy>
  <cp:revision>2</cp:revision>
  <dcterms:created xsi:type="dcterms:W3CDTF">2026-07-09T00:49:08Z</dcterms:created>
  <dcterms:modified xsi:type="dcterms:W3CDTF">2026-07-09T01:37:35Z</dcterms:modified>
</cp:coreProperties>
</file>