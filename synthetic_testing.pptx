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Testing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proactive checks matter — and the test types that power them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 Tests &amp; API Tests, correlated with RUM and APM)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/ Rocky Linux · Agent-Based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Synthetic Testing?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only sees traffic when a real user shows up, and APM only sees a trace once a request already arrived. Neither tells you the site is down before a customer does.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Always-On Checks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requests run on a schedule from external locations — no waiting on real visitors.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Issues First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365760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and slowdowns surface before a real user is impacted, not after.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Correlation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Server-Timing header links every synthetic run straight to its backend APM trace.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0" y="2743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Confidence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0" y="365760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repeatable checks validate uptime, response time, and content — objectively.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Three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Tomcat already emits real APM traces, wiring up RUM and Synthetics unlocks full three-way correlation — any synthetic run or real browser session can open the exact backend trace that served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" y="27432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" y="2971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6676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checks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6676" y="37490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Browser &amp; API tests probe the app from outside, on a timer.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45636" y="274320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48556" y="27432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31436" y="2971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1436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1436" y="37490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real page loads, interactions, and JS errors in the browser.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40396" y="274320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43316" y="27432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2971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26196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26196" y="37490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agent on Tomcat records the server-side spans for every request.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a single Server-Timing response header (SPLUNK_TRACE_RESPONSE_HEADER_ENABLED=true)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Synthetic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Tests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2549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432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real, scripted browser session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832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Navigates, waits, and asserts on page 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10565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2336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waterfall of every network request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74573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6344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RUM bundle actually loads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38581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3035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APM link on each request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600200"/>
            <a:ext cx="539496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Tests (Uptime Checks)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629400" y="21305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82549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7432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HTTP requests — no browser engine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34655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3832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status code, response time, headers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41056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402336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far more frequently (as often as every 1 min)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47457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466344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chain multiple requests in one test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53858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53035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cheap, high-frequency health checks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Browser Tests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scripted journey through the actual homepage — steps run in a real browser engine.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Navigate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go_to → http://&lt;host&gt;:8080/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0" y="228600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Wait for Page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wait_for_element on selector: body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0" y="228600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286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Assert RUM Bundle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3200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assert_element on script[src="/splunk-rum-bundle.js"] is_present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Configuration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Tomcat Lab App — Homepage Journey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regions (e.g. us-east-1, eu-west-1)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400800" y="4434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waterfall chart per run, with an APM link on the traced request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48463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AF3F7"/>
          </a:solidFill>
          <a:ln/>
        </p:spPr>
      </p:sp>
      <p:sp>
        <p:nvSpPr>
          <p:cNvPr id="20" name="Text 17"/>
          <p:cNvSpPr/>
          <p:nvPr/>
        </p:nvSpPr>
        <p:spPr>
          <a:xfrm>
            <a:off x="6629400" y="49560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Server-Timing header is enabled, clicking a request in the run's waterfall opens the exact tomcat-lab backend trace that handled it — confirming the frontend-to-backend link end to end.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 Case Types (Uptime Checks)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lightweight, high-frequency checks — each validating a different layer of the stack.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 Availability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asserts HTTP 200 and response time under 2000 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05740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 Bundle Availability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/splunk-rum-bundle.js — asserts 200 and a JavaScript content-type header.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Server-Timing Header Check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0624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asserts 200 and that the response header contains traceparent, proving trace-linking stays configured.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42976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480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Chained Test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min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48920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homepage, extracts an ETag, then loads the RUM bundle — validating a request sequence, not just one URL.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Tests vs. API Tests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browser (renders JS, CSS, DOM)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HTTP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validates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content, visual load, RUM bundle presence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code, response time, headers,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1–10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— full page render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— fast and cheap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User-journey confidence, asset &amp; script checks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High-frequency uptime &amp; header/config checks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APM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waterfall request → trace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Server-Timing header assertion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run's failure or slowdown is never a mystery — it always points to a cause.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run flags an issue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API test fails, or response time spikes.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54680" y="2286000"/>
            <a:ext cx="256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AF3F7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93592" y="29718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waterfall / assertion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93592" y="3749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request or header failed.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16752" y="2286000"/>
            <a:ext cx="256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55664" y="29718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“View APM trace”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55664" y="3749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Server-Timing header links straight to the backend trace.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78824" y="2286000"/>
            <a:ext cx="2560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34856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17736" y="29718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the real cause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17736" y="3749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heap pressure, a slow downstream call, or an outage.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applies to a real RUM session: any XHR/document request can open its matching APM trace.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testing is proactive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756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probes the app on a schedule from outside — catching problems before real users hit them.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test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Tests validate the real user journey; API Tests give cheap, high-frequency health checks.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API test patterns covered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178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availability, asset availability, header/config validation, and multi-step chains.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800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result links to a cause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52303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Server-Timing header ties synthetic runs (and RUM sessions) directly to APM traces.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— RUM &amp; Synthetic Testing Lab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2026-07-14T00:50:50Z</dcterms:created>
  <dcterms:modified xsi:type="dcterms:W3CDTF">2026-07-14T00:50:50Z</dcterms:modified>
</cp:coreProperties>
</file>