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Receivers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map of how telemetry gets into the Collector — metrics, logs, and traces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4297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0896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4297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Receivers get data into the Collector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receiver is configured, then wired into a pipeline before it becomes active.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database, infra, and cloud stats — e.g. hostmetrics, mysql, prometheus, vcenter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tailing, syslog, journald, Kubernetes events — e.g. filelog, syslog, azure_event_hub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4964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spans — e.g. otlp, zipkin, jaeger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receivers (otlp, kafka, splunk_hec) support multiple pipeline types at once.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&amp; General-Purpose Receivers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used in almost every Collector deployment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OTLP data over gRPC or HTTP — metrics, logs, traces.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Metrics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hostmetrics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disk, network stats for the local host (agent mode).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 from any Prometheus-compatible target.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Prometheus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prometheus_simple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single-target wrapper around the Prometheus receiver.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Filelog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file_log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and parses logs directly from files.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syslog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syslog messages over TCP or UDP.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Forward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fluentforward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server accepting events via the Fluentd Forward protocol.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StatsD messages and converts them into metrics.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UDP Log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tcp_log / udp_log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 ingestion directly over TCP or UDP sockets.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systemd journal events (needs journalctl on PATH).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Middleware Receivers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scrapers for common data stores and messaging systems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status and InnoDB table metrics.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collector queries, v9.6+.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sqlserver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performance metrics.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oracledb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reads, CPU time, and more.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Atlas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/ mongodb_atlas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driver stats or Atlas monitoring APIs.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metrics from Redis INFO output.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cluster health, and index stats.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via the RabbitMQ Management Plugin.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Kafka Metrics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/ kafkametrics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Broker, topic, partition, and consumer group metrics.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sqlquery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custom SQL to generate metrics from any DB connection.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&amp; Cloud Platform Receivers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containerized and cloud-native environments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Stats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kubeletstats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metrics from the kubelet API.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k8s_cluster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metrics from the Kubernetes API server.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Events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k8s_events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updated cluster events.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Objects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k8sobjects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raw objects from the API server.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Creator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receiver_creator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other receivers at runtime via observer rules.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receiver creator to auto-discover collection targets.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Container Metrics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awsecscontainermetrics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metadata and Docker stats on Amazon ECS.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Foundry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cloudfoundry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metrics via the CF Reverse Log Proxy gateway.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Event Hub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azure_event_hub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logs from an Azure event hub.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vCenter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vcenter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ESXi hosts and vCenter.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Application, Network &amp; OS Receivers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servers, load balancers, Windows, and infrastructure checks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Apache Spark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/ apachespark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stats and Spark REST API metrics.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via the ngx_http_stub_status_module endpoint.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haproxy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the HAProxy process via socket or HTTP.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Performance Counters for IIS.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 / Perf Counters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windows_event_log / windowsperfcounters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Windows-only log and counter collection.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active_directory_ds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 metrics via Performance Counters.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Check / SSH Check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http_check / sshcheck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checks against HTTP or SSH endpoints.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chrony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Time-sync stats — a Go reimplementation of chronyc.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zookeeper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a Zookeeper instance.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JMX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jmx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MBean server metrics via the OTel JMX Metric Gatherer.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Splunk-Native &amp; Specialty Receivers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 unique to the Splunk distribution, plus niche protocols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HEC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splunk_hec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telemetry in Splunk HTTP Event Collector format.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splunkenterprise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operational health metrics from a Splunk deployment.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Agent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smartagent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legacy SignalFx Smart Agent monitors inside the Collector.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SignalFx Gateway Prom. Remote Write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signalfxgatewayprometheusremotewritereceiver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OTel version of the SFx remote-write gateway.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 / Jaeger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zipkin / jaeger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ingestion for Zipkin v1/v2 and Jaeger formats.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/ Wavefront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 / wavefront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17647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plaintext protocol; Wavefront reuses its transport.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21992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194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78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metrics via Snowflake queries.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35224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077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Storage FlashArray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purefa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Pure Storage FlashArray.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21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OS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cisco_os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3904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Nexus switch metrics over SSH.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361688"/>
            <a:ext cx="146304" cy="50292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CollectD  </a:t>
            </a:r>
            <a:pPr indent="0" marL="0">
              <a:buNone/>
            </a:pPr>
            <a:r>
              <a:rPr lang="en-US" sz="1100" i="1" dirty="0">
                <a:solidFill>
                  <a:srgbClr val="6B8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the CollectD write_http plugin (JSON only).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Naming Convention Is In Flight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OpenTelemetry-upstream is renaming multi-word receivers to snake_case. The Splunk distribution already conforms to these new names.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azureblob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8288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azure_blob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87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azureeventhub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1800" y="24871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azure_event_hub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455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azuremonitor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31455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1455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azure_monitor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0390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filelog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71800" y="38039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38039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httpcheck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71800" y="446227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4622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http_check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20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mongodbatlas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71800" y="51206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51206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mongodb_atlas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8288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prometheusremotewrite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41080" y="18288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prometheus_remote_write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24871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2487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tcplog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41080" y="24871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98280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tcp_log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17920" y="31455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1455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tlscheck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41080" y="31455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98280" y="31455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tls_check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17920" y="38039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80390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udplog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41080" y="38039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98280" y="38039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udp_log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217920" y="446227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446227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windowseventlog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41080" y="446227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98280" y="44622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windows_event_log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217920" y="512064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0A3B3D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5120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yanggrpc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641080" y="51206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098280" y="51206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yang_grpc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until it's piped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 are declared under receivers:, but only take effect once referenced in a service.pipelines block.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OTLP + Host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agent-mode config pairs otlp (app telemetry) with hostmetrics (infra telemetry).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Smart Agent or Discovery for legacy or dynamic targets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977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smartagent covers hundreds of legacy monitors; receiver_creator / discovery auto-detect endpoints in containers and Kubernetes.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28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Splunk list can lag upstream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5120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newest or niche components, check opentelemetry-collector-contrib directly.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help.splunk.com — Splunk Observability Cloud documentation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2026-07-10T03:31:51Z</dcterms:created>
  <dcterms:modified xsi:type="dcterms:W3CDTF">2026-07-10T03:31:51Z</dcterms:modified>
</cp:coreProperties>
</file>