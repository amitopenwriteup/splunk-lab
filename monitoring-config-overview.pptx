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Metric Groups, One Collector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71800" y="1737360"/>
            <a:ext cx="3200400" cy="77724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017520" y="1737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host_metrics receiver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834640"/>
            <a:ext cx="228600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8346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Memory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memory · process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834640"/>
            <a:ext cx="228600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8346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· filesystem · paging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2834640"/>
            <a:ext cx="228600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8346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· APM traces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20240" y="2514600"/>
            <a:ext cx="0" cy="27432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17720" y="2514600"/>
            <a:ext cx="0" cy="27432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15200" y="2514600"/>
            <a:ext cx="0" cy="27432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scrape from the same collector config file and report into Splunk Observability Cloud.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MEMORY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Enabling and Validating the Scrapers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3774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7830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scrapers: cpu, memory, process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23774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7830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Service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/ Get-Service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783080"/>
            <a:ext cx="23774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80760" y="17830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&gt; Hosts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26080" y="233172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69280" y="233172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337560"/>
            <a:ext cx="3931920" cy="123444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3375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cpu.utilization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CPU used, per core or aggregate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3337560"/>
            <a:ext cx="3931920" cy="123444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33375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memory.utilization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memory used, by state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scrapers are enabled by default under host_metrics; add process: for per-process breakdowns.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Enabling and Validating the Scrapers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3774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7830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scrapers: disk, filesystem, paging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23774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7830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Service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/ Get-Service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783080"/>
            <a:ext cx="23774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80760" y="17830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&gt; Hosts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26080" y="233172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69280" y="233172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337560"/>
            <a:ext cx="251460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33756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disk.io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read / written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3337560"/>
            <a:ext cx="251460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29000" y="333756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disk.operations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 op count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337560"/>
            <a:ext cx="251460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333756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filesystem.utilization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space used per mount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noisy mounts (tmpfs, overlay) with exclude_mount_points / exclude_fs_types if needed.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Host-Level Network vs. Application-Level Traffic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79476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73736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Network Metrics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scraper  -&gt;  network.io, network.packets, network.errors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00600" y="1737360"/>
            <a:ext cx="3794760" cy="123444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73736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Traffic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receiver + traces pipeline  -&gt;  requires instrumentation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379476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35204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&gt; Hosts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3520440"/>
            <a:ext cx="379476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35204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&gt; Service Map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46020" y="2971800"/>
            <a:ext cx="0" cy="50292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97980" y="2971800"/>
            <a:ext cx="0" cy="50292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throughput comes from host_metrics; request-level traffic between services comes from APM traces.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TROUBLESHOOT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and After Restarting the Collector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3774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737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Config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agent_config.yaml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737360"/>
            <a:ext cx="23774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737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Syntax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otelcol validate --config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23774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80760" y="1737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Service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 after restart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26080" y="228600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69280" y="228600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337560"/>
            <a:ext cx="393192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3375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Key Each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metrics: / logs: / traces: block — merge new receivers in, don't duplicate the key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337560"/>
            <a:ext cx="393192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33375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Restart Fails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 -u splunk-otel-collector  /  Get-EventLog Application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restart failures are YAML syntax errors — duplicate keys, tabs instead of spaces, or a missing colon.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Traffic, CPU/Memory &amp; Disk Monitoring Configuration</dc:title>
  <dc:subject>PptxGenJS Presentation</dc:subject>
  <dc:creator>Splunk OTel Monitoring</dc:creator>
  <cp:lastModifiedBy>Splunk OTel Monitoring</cp:lastModifiedBy>
  <cp:revision>1</cp:revision>
  <dcterms:created xsi:type="dcterms:W3CDTF">2026-07-02T16:22:24Z</dcterms:created>
  <dcterms:modified xsi:type="dcterms:W3CDTF">2026-07-02T16:22:24Z</dcterms:modified>
</cp:coreProperties>
</file>