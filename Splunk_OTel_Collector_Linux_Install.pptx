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Collector for Linux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(Installer Script)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deploying via the Linux installer script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0F6E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help.splunk.com — Collector for Linux (script)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installer script does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and configures the Splunk Distribution of the OpenTelemetry Collector for Linux plus the JMX metric gatherer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one command to download and run the script, sized for the host and pointed at your Splunk Observability Cloud realm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install methods: deployment/config management tools (Ansible, Chef, Puppet, Salt) or a fully manual install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systemd, curl, and sudo on the target host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55448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90956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Distributions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09560" y="2148840"/>
            <a:ext cx="35204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2, 2023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CentOS 7, 8, 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7, 8, 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Linux 8, 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Debian 11, 12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SUSE 12, 15 (v0.34.0+)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16.04–24.04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Linux 8, 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Installer Script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command: download, then execute with sudo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6276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script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-sSL https://dl.observability.splunkcloud.com/splunk-otel-collector.sh &gt; /tmp/splunk-otel-collector.sh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278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sudo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94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sh /tmp/splunk-otel-collector.sh --realm $SPLUNK_REALM --memory $SPLUNK_MEMORY_TOTAL_MIB -- $SPLUNK_ACCESS_TOKEN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SPLUNK_REALM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realm to send data to (default: us0)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SPLUNK_MEMORY_TOTAL_MIB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total memory allocated in MiB (default: 512)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SPLUNK_ACCESS_TOKEN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base64-encoded org access token for data ingest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Configuration Adjustments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proxy, and package repositories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Allocation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--memory flag to change total allocated memory (default 512 MiB). Ballast size is calculated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663440"/>
            <a:ext cx="30175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663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--memory $SPLUNK_MEMORY_TOTAL_MIB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Settings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proxy settings separately if the host requires a proxy to install and run the Collector. See the network configuration guide for details.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4F6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Configured Repos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4231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apt/yum/zypper repo files point to splunk.jfrog.io. Use --skip-collector-repo to use existing repos on the target system.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4663440"/>
            <a:ext cx="301752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46634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--skip-collector-repo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Discovery &amp; Zero-Code Instrumentation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back-end applications alongside the Collector install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instrument Java, Node.js, and .NET applications during Collector installation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need to manually configure receivers for each back-end application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per-process instrumentation with --with-instrumentation, or per systemd service with --with-systemd-instrumentation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specific SDKs with --with-instrumentation-sdk java,node,dotnet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98080" y="160020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Configuration Flags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5661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--deployment-environment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deployment.environment attribute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--service-name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auto-generated service names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--enable-profiler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AlwaysOn CPU Profiling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--metrics-exporter / --logs-exporter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or disables metrics and logs export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Collector for Linux with Docker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Collector to the Docker daemon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installing the Collector on a host with Docker, configure a client connection to the daemon.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socket permissions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splunk-otel-collector user to the Docker group: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4864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8803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usermod -aG docker splunk-otel-collector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(quay.io)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Bind-mount the socket and add the container user to the socket's group: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4864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4805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/var/run/docker.sock:/var/run/docker.sock:ro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--group-add $(stat -c '%g' /var/run/docker.sock) ...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55080" y="2148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discovery with containers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Docker socket when discovery targets are also containers: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2880360"/>
            <a:ext cx="5257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8803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/var/run/docker.sock:/var/run/docker.sock:ro --group-add &lt;socket_gid&gt;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35661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host bindings instead: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931920"/>
            <a:ext cx="5257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9319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--set=splunk.discovery.extensions.docker_observer.config.use_host_bindings=true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Installer Script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 with -h to see the full list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3017520"/>
                <a:gridCol w="6035040"/>
                <a:gridCol w="201168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--realm &lt;realm&gt;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 realm; auto-generates ingest, API, trace, HEC URLs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--memory &lt;size&gt;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memory (MiB) allocated to the Collector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--mode &lt;agent|gateway&gt;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monitoring (agent) or data forwarding (gateway)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--collector-version &lt;v&gt;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Collector package version to install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--discovery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Activates discovery mode on Collector startup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--service-user / --service-group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User/group the Collector service runs as (created if missing)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--uninstall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Splunk OpenTelemetry Collector for Linux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installing the Collector for Linux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Default Configuration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default agent_config.yaml / gateway_config.yaml files installed with the package.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Configuration for Linux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receivers, processors, and exporters to fit your environment.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Collector Tasks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to perform routine operations such as filtering and enriching data.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94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02336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39959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Navigators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44805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Splunk Infrastructure Monitoring navigators to visualize collected data.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Distribution of the OpenTelemetry Collector — Collector for Linux (Script Install)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 the Splunk OpenTelemetry Collector for Linux</dc:title>
  <dc:subject>PptxGenJS Presentation</dc:subject>
  <dc:creator>Splunk Docs Summary</dc:creator>
  <cp:lastModifiedBy>Splunk Docs Summary</cp:lastModifiedBy>
  <cp:revision>1</cp:revision>
  <dcterms:created xsi:type="dcterms:W3CDTF">2026-07-06T06:21:46Z</dcterms:created>
  <dcterms:modified xsi:type="dcterms:W3CDTF">2026-07-06T06:21:46Z</dcterms:modified>
</cp:coreProperties>
</file>