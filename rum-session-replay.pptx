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User Monitoring:</a:t>
            </a:r>
            <a:endParaRPr lang="en-US" sz="3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Replay &amp; On-Demand Session Replay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Splunk Observability Cloud captures, replays, and protects real user sessions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RUM  |  Digital Experience Monitoring  |  Splunk Observability Cloud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 User Monitoring (RUM)?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visibility into what real users actually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captures how your application performs from the browser or mobile device of a real user — page loads, clicks, errors, and network calls — as they happen in production.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011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experience in the browser/app, not just backend response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011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Crashes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794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JavaScript errors, crashes, and slow resource loads as they happen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011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APM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3794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 backend spans for a full front-to-back view of a request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Real User Monitoring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Session Replay?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video-like reconstruction of what one user actually saw and did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a user's session as a visual playback — page views, clicks, scrolls, and navigation, in the order they happened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lightweight DOM snapshot recording, not an actual screen-capture video — this keeps data volume low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with the RUM session waterfall, so you can see the exact moment a JavaScript error or slow request occurred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both browser and mobile applications (iOS, Android, Flutter, React Native)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replay duration is 4 hours per session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589520" y="1783080"/>
            <a:ext cx="4023360" cy="42062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0" y="26060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troubleshooting time — see the problem instead of guessing from a description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real UX friction, not just error counts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teams verify a fix by replaying the same journey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Real User Monitoring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Recording vs. On-Demand Session Replay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control when a session gets recorded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RECORDING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starts automatically for every eligible session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a sample rate — e.g., record 10% of all sessions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broad UX visibility across your whole user base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more replay quota, since many sessions are captured whether or not they contain a problem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4206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783080"/>
            <a:ext cx="534924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7830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SESSION REPLAY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5603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is started and stopped in code, using the sessionReplay SDK's start/stop methods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only when it matters — e.g., after an error, a specific user action, or a support request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quality can also be adjusted at that moment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replay quota far more efficiently — you capture the sessions you actually need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Real User Monitoring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On-Demand Session Replay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trigger in your code to a playable session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3317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occurs in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(error, crash, user action)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16352" y="3200400"/>
            <a:ext cx="265176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2743200"/>
            <a:ext cx="23317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code calls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sessionReplay.start()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68112" y="3200400"/>
            <a:ext cx="265176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60720" y="2743200"/>
            <a:ext cx="23317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records DOM snapshots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interactions locally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9872" y="3200400"/>
            <a:ext cx="265176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2743200"/>
            <a:ext cx="23317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uploaded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771632" y="3200400"/>
            <a:ext cx="265176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064240" y="2743200"/>
            <a:ext cx="2331720" cy="9144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available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RUM replay player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recording ends when the code calls sessionReplay.stop(), or automatically after the max session duration is reached.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1051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377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SDK also lets you control recording quality at the moment you start a session — for example, capturing at higher fidelity for a critical checkout flow and lower fidelity elsewhere to save storage.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Real User Monitoring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Built 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Replay is designed to be private by default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redaction by default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 the page is masked automatically unless explicitly allowed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redaction available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can be excluded or masked to hide sensitive visual content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4924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72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before it leaves the browser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happens at the instrumentation layer — PII never reaches Splunk in the raw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063240"/>
            <a:ext cx="534924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172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by design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3520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addresses, and other personal identifiers are not captured as part of the replay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you are still responsible for providing notice and obtaining any consent required by law before collecting session data.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Real User Monitoring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051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continuous recording when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broad, ongoing visibility into UX across a sample of all 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1064240" cy="1051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on-demand session replay when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need to capture specific, high-value moments — errors, crashes, or flagged user actions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1064240" cy="1051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session replay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correlated with the RUM waterfall and protected by default-on redaction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Real User Monitoring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2026-07-11T14:47:27Z</dcterms:created>
  <dcterms:modified xsi:type="dcterms:W3CDTF">2026-07-11T14:47:27Z</dcterms:modified>
</cp:coreProperties>
</file>