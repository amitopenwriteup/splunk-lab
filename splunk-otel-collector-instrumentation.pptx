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Instrumenting Kubernetes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the Splunk OpenTelemetry Collector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886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collector was set up, what each pod does, and how cluster data reaches Splunk Observability Cloud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5989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Cluster: kind-control-plane   |   Namespace: default   |   Helm-based install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Running in the Cluster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kubectl get pods — five pods, three distinct components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3291840"/>
        </p:xfrm>
        <a:graphic>
          <a:graphicData uri="http://schemas.openxmlformats.org/drawingml/2006/table">
            <a:tbl>
              <a:tblPr/>
              <a:tblGrid>
                <a:gridCol w="3931920"/>
                <a:gridCol w="1737360"/>
                <a:gridCol w="2377440"/>
                <a:gridCol w="30175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splunk-otel-collector-agent-4cqd7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DaemonSet (per node)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Collects node, pod, container metrics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splunk-otel-collector-agent-8n8gg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DaemonSet (per node)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Collects node, pod, container metrics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splunk-otel-collector-agent-jcrwp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DaemonSet (per node)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Collects node, pod, container metrics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splunk-otel-collector-k8s-cluster-receiver-5f5b98fbd-qxjl7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Receiver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(single replica)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Collects cluster-wide / object-state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splunk-otel-collector-operator-6685575cc-vjbg9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(single replica)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Manages auto-instrumentation webhook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pods show 1/1 Running with 0 restarts — the integration deployed cleanly.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Cloud — Kubernetes Instrumentation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Core Components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pod type plays a distinct role in the collection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42062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520440" cy="5029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DaemonSet — one pod per node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every cluster node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kubelet and cAdvisor for node, pod, and container metrics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tails container logs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data to the collector pipeline for export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20440" cy="42062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4343400" y="1737360"/>
            <a:ext cx="3520440" cy="5029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7373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RECEIVER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377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— single replica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0" y="288036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the Kubernetes API server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cluster-wide object state: Deployments, ReplicaSets, Jobs, Events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role to kube-state-metrics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once per cluster, not per node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520440" cy="42062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Shape 13"/>
          <p:cNvSpPr/>
          <p:nvPr/>
        </p:nvSpPr>
        <p:spPr>
          <a:xfrm>
            <a:off x="8138160" y="1737360"/>
            <a:ext cx="3520440" cy="5029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7373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2377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— single replica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66760" y="288036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Custom Resource Definitions (CRDs)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admission webhook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zero-code instrumentation by auto-injecting language agents into app pods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collector configuration lifecycle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Cloud — Kubernetes Instrumentation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Was Set 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install wizard to running pods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202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92808"/>
            <a:ext cx="457200" cy="45720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install wizard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 → Add Integration → Kubernetes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87368" y="2569464"/>
            <a:ext cx="237744" cy="164592"/>
          </a:xfrm>
          <a:prstGeom prst="rightArrow">
            <a:avLst/>
          </a:prstGeom>
          <a:solidFill>
            <a:srgbClr val="5C6B73"/>
          </a:solidFill>
          <a:ln/>
        </p:spPr>
      </p:sp>
      <p:sp>
        <p:nvSpPr>
          <p:cNvPr id="10" name="Shape 8"/>
          <p:cNvSpPr/>
          <p:nvPr/>
        </p:nvSpPr>
        <p:spPr>
          <a:xfrm>
            <a:off x="4343400" y="1691640"/>
            <a:ext cx="3520440" cy="19202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1892808"/>
            <a:ext cx="457200" cy="45720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66360" y="18745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install configuration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25603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Platform, access token, provider, distribution, cluster name, log collection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82128" y="2569464"/>
            <a:ext cx="237744" cy="164592"/>
          </a:xfrm>
          <a:prstGeom prst="rightArrow">
            <a:avLst/>
          </a:prstGeom>
          <a:solidFill>
            <a:srgbClr val="5C6B73"/>
          </a:solidFill>
          <a:ln/>
        </p:spPr>
      </p:sp>
      <p:sp>
        <p:nvSpPr>
          <p:cNvPr id="16" name="Shape 14"/>
          <p:cNvSpPr/>
          <p:nvPr/>
        </p:nvSpPr>
        <p:spPr>
          <a:xfrm>
            <a:off x="8138160" y="1691640"/>
            <a:ext cx="3520440" cy="19202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7" name="Shape 15"/>
          <p:cNvSpPr/>
          <p:nvPr/>
        </p:nvSpPr>
        <p:spPr>
          <a:xfrm>
            <a:off x="8366760" y="1892808"/>
            <a:ext cx="457200" cy="45720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61120" y="18745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generates config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66760" y="25603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Helm values.yaml and the matching install command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3520440" cy="19202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4133088"/>
            <a:ext cx="457200" cy="45720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41148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Helm install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4800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splunk-otel-collector-chart repo, then helm install with the generated values file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087368" y="4809744"/>
            <a:ext cx="237744" cy="164592"/>
          </a:xfrm>
          <a:prstGeom prst="rightArrow">
            <a:avLst/>
          </a:prstGeom>
          <a:solidFill>
            <a:srgbClr val="5C6B73"/>
          </a:solidFill>
          <a:ln/>
        </p:spPr>
      </p:sp>
      <p:sp>
        <p:nvSpPr>
          <p:cNvPr id="27" name="Shape 25"/>
          <p:cNvSpPr/>
          <p:nvPr/>
        </p:nvSpPr>
        <p:spPr>
          <a:xfrm>
            <a:off x="4343400" y="3931920"/>
            <a:ext cx="3520440" cy="19202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0" y="4133088"/>
            <a:ext cx="457200" cy="45720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166360" y="41148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deploys workloads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0" y="4800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DaemonSet, Cluster Receiver Deployment, and Operator Deployment are created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82128" y="4809744"/>
            <a:ext cx="237744" cy="164592"/>
          </a:xfrm>
          <a:prstGeom prst="rightArrow">
            <a:avLst/>
          </a:prstGeom>
          <a:solidFill>
            <a:srgbClr val="5C6B73"/>
          </a:solidFill>
          <a:ln/>
        </p:spPr>
      </p:sp>
      <p:sp>
        <p:nvSpPr>
          <p:cNvPr id="33" name="Shape 31"/>
          <p:cNvSpPr/>
          <p:nvPr/>
        </p:nvSpPr>
        <p:spPr>
          <a:xfrm>
            <a:off x="8138160" y="3931920"/>
            <a:ext cx="3520440" cy="19202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4" name="Shape 32"/>
          <p:cNvSpPr/>
          <p:nvPr/>
        </p:nvSpPr>
        <p:spPr>
          <a:xfrm>
            <a:off x="8366760" y="4133088"/>
            <a:ext cx="457200" cy="457200"/>
          </a:xfrm>
          <a:prstGeom prst="ellipse">
            <a:avLst/>
          </a:prstGeom>
          <a:solidFill>
            <a:srgbClr val="36454F"/>
          </a:solidFill>
          <a:ln/>
        </p:spPr>
      </p:sp>
      <p:sp>
        <p:nvSpPr>
          <p:cNvPr id="35" name="Text 33"/>
          <p:cNvSpPr/>
          <p:nvPr/>
        </p:nvSpPr>
        <p:spPr>
          <a:xfrm>
            <a:off x="836676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961120" y="41148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and confirm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366760" y="4800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pods shows 1/1 Running; cluster appears in the Kubernetes Navigator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Cloud — Kubernetes Instrumentation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cluster sources to Splunk Observability Cloud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402336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3645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 &amp; cAdvisor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 every node)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223760" y="1600200"/>
            <a:ext cx="402336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3645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16002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API Server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(cluster object state)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34640" y="2286000"/>
            <a:ext cx="0" cy="365760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235440" y="2286000"/>
            <a:ext cx="0" cy="365760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2960" y="2651760"/>
            <a:ext cx="402336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6517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(DaemonSet)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node, pod, container metrics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23760" y="2651760"/>
            <a:ext cx="402336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26517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Receiver (Deployment)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/ object-state data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34640" y="3429000"/>
            <a:ext cx="0" cy="502920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235440" y="3429000"/>
            <a:ext cx="0" cy="502920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834640" y="3931920"/>
            <a:ext cx="3063240" cy="0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3931920"/>
            <a:ext cx="3337560" cy="0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3291840" y="3931920"/>
            <a:ext cx="5486400" cy="685800"/>
          </a:xfrm>
          <a:prstGeom prst="rect">
            <a:avLst/>
          </a:prstGeom>
          <a:solidFill>
            <a:srgbClr val="F2F2F2"/>
          </a:solidFill>
          <a:ln w="15875">
            <a:solidFill>
              <a:srgbClr val="3645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39319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Collector Pipeline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→ process (batch, resource) → export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4617720"/>
            <a:ext cx="0" cy="365760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291840" y="4983480"/>
            <a:ext cx="5486400" cy="59436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49834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Cloud — Ingest Endpoint (realm)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35040" y="5577840"/>
            <a:ext cx="0" cy="320040"/>
          </a:xfrm>
          <a:prstGeom prst="line">
            <a:avLst/>
          </a:prstGeom>
          <a:noFill/>
          <a:ln w="19050">
            <a:solidFill>
              <a:srgbClr val="5C6B7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291840" y="5897880"/>
            <a:ext cx="548640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3645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58978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 • Dashboards • AutoDetect • APM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Cloud — Kubernetes Instrumentation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instrumentation achieved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3383280" cy="1554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running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737360"/>
            <a:ext cx="3383280" cy="1554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8288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0" y="2743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components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21040" y="1737360"/>
            <a:ext cx="3383280" cy="15544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18288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321040" y="2743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code changes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703320"/>
            <a:ext cx="10515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DaemonSet runs on every node and collects node, pod, and container-level metrics directly from kubelet/cAdvisor.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Cluster Receiver runs once per cluster and collects cluster-wide object state from the Kubernetes API server.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manages the admission webhook, enabling zero-code instrumentation for supported application language runtimes.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collected data is batched, processed, and exported to the Splunk Observability Cloud ingest endpoint for the configured realm.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ingested, data is immediately explorable in the Kubernetes Navigator, built-in Dashboards, AutoDetect, and APM.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Observability Cloud — Kubernetes Instrumentation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2026-07-11T10:24:05Z</dcterms:created>
  <dcterms:modified xsi:type="dcterms:W3CDTF">2026-07-11T10:24:05Z</dcterms:modified>
</cp:coreProperties>
</file>