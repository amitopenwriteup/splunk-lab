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5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Splunk Observability E2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Observability and Core Platform Components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617720"/>
            <a:ext cx="2377440" cy="82296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617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703320" y="4617720"/>
            <a:ext cx="2377440" cy="82296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4617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0" y="4617720"/>
            <a:ext cx="2377440" cy="82296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4617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5029200"/>
            <a:ext cx="5029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080760" y="5029200"/>
            <a:ext cx="5029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22960" y="56235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Traces and Logs from every system, in one place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E2  | 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Agenda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in today's session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4008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5361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Observability?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71600" y="180136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and why it goes beyond traditional monitoring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67712"/>
            <a:ext cx="64008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6771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2494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Pillars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371600" y="251460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Traces and Logs — the raw material of observability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80944"/>
            <a:ext cx="64008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98094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29626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Cloud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371600" y="3227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overview, purpose and how it fits your stack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694176"/>
            <a:ext cx="64008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694176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36758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371600" y="3941064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flows from your systems into the platform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407408"/>
            <a:ext cx="64008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407408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4389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371600" y="465429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Monitoring, APM, RUM, Synthetics, Log Observer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120640"/>
            <a:ext cx="64008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512064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1600" y="51023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&amp; Day 2 Preview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371600" y="53675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and what's ahead tomorrow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E2  | 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Observability?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system health from the outside, using the data systems produce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is the ability to measure the internal state of a system by examining the data it produces — metrics, traces and logs. Unlike traditional monitoring, which answers questions you thought of in advance, observability lets you ask new questions about issues you never anticipated.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834640"/>
            <a:ext cx="3017520" cy="137160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889504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3145536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measurements over time (CPU, latency, request rate, error count)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34840" y="2834640"/>
            <a:ext cx="3017520" cy="137160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2889504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07992" y="3145536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path of a single request across services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955280" y="2834640"/>
            <a:ext cx="3017520" cy="137160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28432" y="2889504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28432" y="3145536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Timestamped, discrete records of events within a system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23160" y="4206240"/>
            <a:ext cx="0" cy="6400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43600" y="4206240"/>
            <a:ext cx="0" cy="6400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464040" y="4206240"/>
            <a:ext cx="0" cy="6400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840480" y="4846320"/>
            <a:ext cx="4206240" cy="640080"/>
          </a:xfrm>
          <a:prstGeom prst="rect">
            <a:avLst/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48463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E2  | 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Observability Matters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monitoring vs. modern observability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212080" cy="50292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02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MONITORING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600200"/>
            <a:ext cx="5212080" cy="502920"/>
          </a:xfrm>
          <a:prstGeom prst="rect">
            <a:avLst/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6002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OBSERVABILITY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103120"/>
            <a:ext cx="52120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3A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103120"/>
            <a:ext cx="52120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3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33172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pre-defined dashboards and known failure modes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questions decided in advance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on symptoms after thresholds are crossed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in separate, disconnected tools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for known, stable systems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233172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you explore data to answer questions you didn't anticipate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high-cardinality metrics, traces and logs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root cause quickly through correlation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traces and logs unified in one platform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dynamic, distributed, cloud-native systems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E2  | 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Splunk Observability Cloud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unified, full-fidelity platform for monitoring modern applications and infrastructure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Full-fidelity, real-time platform — no sampling, no data loss on ingest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natively on OpenTelemetry, the open industry standard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Unifies Infrastructure Monitoring, APM, RUM, Synthetics and Log Observer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resolution metrics with unlimited cardinality (NoSample)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detection surfaces anomalies before customers notice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0" y="1828800"/>
            <a:ext cx="1737360" cy="64008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2200" y="1828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651760"/>
            <a:ext cx="1737360" cy="64008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2651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3474720"/>
            <a:ext cx="1737360" cy="64008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3474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2148840"/>
            <a:ext cx="5029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863840" y="2971800"/>
            <a:ext cx="5029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863840" y="3794760"/>
            <a:ext cx="5029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366760" y="1828800"/>
            <a:ext cx="2286000" cy="2286000"/>
          </a:xfrm>
          <a:prstGeom prst="rect">
            <a:avLst/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18288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652760" y="2971800"/>
            <a:ext cx="5029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1155680" y="2103120"/>
            <a:ext cx="1828800" cy="64008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201400" y="2103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155680" y="2926080"/>
            <a:ext cx="1828800" cy="64008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201400" y="2926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1155680" y="3749040"/>
            <a:ext cx="1828800" cy="64008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201400" y="3749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E2  | 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Splunk Observability Suite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core components, unified under a single platform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31436" y="2971800"/>
            <a:ext cx="2926080" cy="914400"/>
          </a:xfrm>
          <a:prstGeom prst="rect">
            <a:avLst/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77156" y="29718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1920240" cy="91440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173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463040" y="1874520"/>
            <a:ext cx="4631436" cy="1554480"/>
          </a:xfrm>
          <a:prstGeom prst="line">
            <a:avLst/>
          </a:prstGeom>
          <a:noFill/>
          <a:ln w="15875">
            <a:solidFill>
              <a:srgbClr val="9AA3A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1097280"/>
            <a:ext cx="1920240" cy="91440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(Application Perf. Mon.)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977640" y="1554480"/>
            <a:ext cx="2116836" cy="1874520"/>
          </a:xfrm>
          <a:prstGeom prst="line">
            <a:avLst/>
          </a:prstGeom>
          <a:noFill/>
          <a:ln w="15875">
            <a:solidFill>
              <a:srgbClr val="9AA3A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51192" y="1097280"/>
            <a:ext cx="1920240" cy="91440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96912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(RUM)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94476" y="1554480"/>
            <a:ext cx="2116836" cy="1874520"/>
          </a:xfrm>
          <a:prstGeom prst="line">
            <a:avLst/>
          </a:prstGeom>
          <a:noFill/>
          <a:ln w="15875">
            <a:solidFill>
              <a:srgbClr val="9AA3A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65792" y="1417320"/>
            <a:ext cx="1920240" cy="91440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11512" y="14173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94476" y="1874520"/>
            <a:ext cx="4631436" cy="1554480"/>
          </a:xfrm>
          <a:prstGeom prst="line">
            <a:avLst/>
          </a:prstGeom>
          <a:noFill/>
          <a:ln w="15875">
            <a:solidFill>
              <a:srgbClr val="9AA3A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34356" y="4709160"/>
            <a:ext cx="1920240" cy="91440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80076" y="47091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Observer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94476" y="3429000"/>
            <a:ext cx="0" cy="1737360"/>
          </a:xfrm>
          <a:prstGeom prst="line">
            <a:avLst/>
          </a:prstGeom>
          <a:noFill/>
          <a:ln w="15875">
            <a:solidFill>
              <a:srgbClr val="9AA3AF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E2  | 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flows from your environment into Splunk Observability Cloud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194560" cy="118872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243230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2688336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Hosts, containers,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Kubernetes, applications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51760" y="2971800"/>
            <a:ext cx="4114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063240" y="2377440"/>
            <a:ext cx="2377440" cy="118872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36392" y="243230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36392" y="2688336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metrics, traces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logs at the edge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40680" y="2971800"/>
            <a:ext cx="4114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852160" y="2377440"/>
            <a:ext cx="2651760" cy="1188720"/>
          </a:xfrm>
          <a:prstGeom prst="rect">
            <a:avLst/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25312" y="2432304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Cloud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25312" y="2688336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Ingest, store and index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full-fidelity data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503920" y="2971800"/>
            <a:ext cx="4114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915400" y="2377440"/>
            <a:ext cx="2377440" cy="118872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88552" y="243230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Alerts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88552" y="2688336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Navigator, Detectors,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insights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OpenTelemetry Collector is the single agent used to gather metrics, traces and logs — eliminating the need for multiple vendor-specific agents on each host.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E2  | 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Deep Dive: Infrastructure Monitoring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into hosts, containers and cloud services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metrics from hosts, containers, Kubernetes and cloud services in real time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data resolution — see problems as they happen, not minutes later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 view auto-organizes infrastructure into a live, explorable map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dashboards for AWS, Azure, GCP, Kubernetes and 200+ integrations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metric cardinality — filter and group by any tag, on the fly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2011680" cy="64008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737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/ VMs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2514600"/>
            <a:ext cx="2011680" cy="64008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514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/ K8s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3291840"/>
            <a:ext cx="2011680" cy="64008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2057400"/>
            <a:ext cx="4572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321040" y="2834640"/>
            <a:ext cx="4572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321040" y="3611880"/>
            <a:ext cx="4572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778240" y="1737360"/>
            <a:ext cx="2194560" cy="2194560"/>
          </a:xfrm>
          <a:prstGeom prst="rect">
            <a:avLst/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23960" y="173736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972800" y="2834640"/>
            <a:ext cx="4572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1430000" y="2514600"/>
            <a:ext cx="1280160" cy="64008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75720" y="2514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E2  | 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Deep Dive: APM &amp; RUM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requests through services, and monitoring real user experience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PERFORMANCE MONITORING (APM)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303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 follows a single request across every microservice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Map visualizes dependencies and health across the architecture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Spotlight pinpoints which attribute is driving errors or latency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Full-fidelity trace ingestion — every trace analyzed, none discarded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709160"/>
            <a:ext cx="1005840" cy="50292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4709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554480" y="4960620"/>
            <a:ext cx="2286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783080" y="4709160"/>
            <a:ext cx="1005840" cy="50292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4709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88920" y="4960620"/>
            <a:ext cx="2286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017520" y="4709160"/>
            <a:ext cx="1005840" cy="50292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4709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23360" y="4960620"/>
            <a:ext cx="2286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51960" y="4709160"/>
            <a:ext cx="1005840" cy="50292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4709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0936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 MONITORING (RUM)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1965960"/>
            <a:ext cx="5303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actual browser and mobile session data from real users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page load, Core Web Vitals and front-end errors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front-end sessions directly to back-end traces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experience by geography, device and browser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09360" y="4709160"/>
            <a:ext cx="1645920" cy="50292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4709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955280" y="4960620"/>
            <a:ext cx="2286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183880" y="4709160"/>
            <a:ext cx="1645920" cy="502920"/>
          </a:xfrm>
          <a:prstGeom prst="rect">
            <a:avLst/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4709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829800" y="4960620"/>
            <a:ext cx="2286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058400" y="4709160"/>
            <a:ext cx="1645920" cy="50292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04120" y="4709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Trace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E2  | 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Recap &amp; Key Takeaways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covered, and what's ahead on Day 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743200" cy="731520"/>
          </a:xfrm>
          <a:prstGeom prst="rect">
            <a:avLst/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66160" y="1645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beyond monitoring by letting you explore metrics, traces and logs to answer unplanned questions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2743200" cy="731520"/>
          </a:xfrm>
          <a:prstGeom prst="rect">
            <a:avLst/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5146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2560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Traces and Logs together give full visibility into system behavior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2743200" cy="731520"/>
          </a:xfrm>
          <a:prstGeom prst="rect">
            <a:avLst/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429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Cloud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34747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full-fidelity, OpenTelemetry-native platform for modern environments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2743200" cy="731520"/>
          </a:xfrm>
          <a:prstGeom prst="rect">
            <a:avLst/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3434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Core Components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4389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Monitoring, APM, RUM, Synthetics and Log Observer Connect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on Day 2: Detectors, Alerting, Dashboards and Hands-on Lab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Splunk Observability E2 - Day 1 Introduction</dc:title>
  <dc:subject>PptxGenJS Presentation</dc:subject>
  <dc:creator>Training Team</dc:creator>
  <cp:lastModifiedBy>Training Team</cp:lastModifiedBy>
  <cp:revision>1</cp:revision>
  <dcterms:created xsi:type="dcterms:W3CDTF">2026-07-01T07:20:33Z</dcterms:created>
  <dcterms:modified xsi:type="dcterms:W3CDTF">2026-07-01T07:20:33Z</dcterms:modified>
</cp:coreProperties>
</file>