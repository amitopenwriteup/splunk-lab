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 Monitoring (RUM)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1546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is, why it matters, and how it works — explained simply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971800"/>
            <a:ext cx="1097280" cy="54864"/>
          </a:xfrm>
          <a:prstGeom prst="rect">
            <a:avLst/>
          </a:prstGeom>
          <a:solidFill>
            <a:srgbClr val="3E8E5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Without RUM?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monitoring (APM) can tell you everything happening on the server. But it has no idea what the person using the app is actually experiencing in their browser.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990088"/>
            <a:ext cx="128016" cy="128016"/>
          </a:xfrm>
          <a:prstGeom prst="rect">
            <a:avLst/>
          </a:prstGeom>
          <a:solidFill>
            <a:srgbClr val="3E8E5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8346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page loading slowly for real users?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675888"/>
            <a:ext cx="128016" cy="128016"/>
          </a:xfrm>
          <a:prstGeom prst="rect">
            <a:avLst/>
          </a:prstGeom>
          <a:solidFill>
            <a:srgbClr val="3E8E5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5204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people clicking a button and nothing happens?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361688"/>
            <a:ext cx="128016" cy="128016"/>
          </a:xfrm>
          <a:prstGeom prst="rect">
            <a:avLst/>
          </a:prstGeom>
          <a:solidFill>
            <a:srgbClr val="3E8E5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2062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JavaScript error breaking the page silently?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074920"/>
            <a:ext cx="10698480" cy="960120"/>
          </a:xfrm>
          <a:prstGeom prst="rect">
            <a:avLst/>
          </a:prstGeom>
          <a:solidFill>
            <a:srgbClr val="EDEFF2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5257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questions can be answered from the server side alone. That's the gap RUM fills.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 Monitoring — Explained Simply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RUM, in Plain Terms?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 is a small piece of code that runs inside the browser, alongside the app. It quietly watches what happens on the page and reports it back — the same way a fitness tracker reports your steps without you doing anything extra.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3520440" cy="2103120"/>
          </a:xfrm>
          <a:prstGeom prst="rect">
            <a:avLst/>
          </a:prstGeom>
          <a:solidFill>
            <a:srgbClr val="EDEFF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6118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watches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loads, clicks, and background requests to the server.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25112" y="3383280"/>
            <a:ext cx="3520440" cy="2103120"/>
          </a:xfrm>
          <a:prstGeom prst="rect">
            <a:avLst/>
          </a:prstGeom>
          <a:solidFill>
            <a:srgbClr val="EDEFF2"/>
          </a:solidFill>
          <a:ln/>
        </p:spPr>
      </p:sp>
      <p:sp>
        <p:nvSpPr>
          <p:cNvPr id="9" name="Text 7"/>
          <p:cNvSpPr/>
          <p:nvPr/>
        </p:nvSpPr>
        <p:spPr>
          <a:xfrm>
            <a:off x="4599432" y="36118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reports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99432" y="411480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what it sees to Splunk Observability Cloud in real time.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01584" y="3383280"/>
            <a:ext cx="3520440" cy="2103120"/>
          </a:xfrm>
          <a:prstGeom prst="rect">
            <a:avLst/>
          </a:prstGeom>
          <a:solidFill>
            <a:srgbClr val="EDEFF2"/>
          </a:solidFill>
          <a:ln/>
        </p:spPr>
      </p:sp>
      <p:sp>
        <p:nvSpPr>
          <p:cNvPr id="12" name="Text 10"/>
          <p:cNvSpPr/>
          <p:nvPr/>
        </p:nvSpPr>
        <p:spPr>
          <a:xfrm>
            <a:off x="8375904" y="36118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tags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375904" y="411480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everything with the app's name, so it's easy to find.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 Monitoring — Explained Simply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SEES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Things RUM Pays Attention 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0698480" cy="914400"/>
          </a:xfrm>
          <a:prstGeom prst="rect">
            <a:avLst/>
          </a:prstGeom>
          <a:solidFill>
            <a:srgbClr val="EDEFF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202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Load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566160" y="192024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the page took to appear, from click to fully ready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10698480" cy="914400"/>
          </a:xfrm>
          <a:prstGeom prst="rect">
            <a:avLst/>
          </a:prstGeom>
          <a:solidFill>
            <a:srgbClr val="EDEFF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0175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566160" y="301752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person clicked or tapped on the page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10698480" cy="914400"/>
          </a:xfrm>
          <a:prstGeom prst="rect">
            <a:avLst/>
          </a:prstGeom>
          <a:solidFill>
            <a:srgbClr val="EDEFF2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1148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Calls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566160" y="411480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the page made back to the server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5212080"/>
            <a:ext cx="10698480" cy="914400"/>
          </a:xfrm>
          <a:prstGeom prst="rect">
            <a:avLst/>
          </a:prstGeom>
          <a:solidFill>
            <a:srgbClr val="EDEFF2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52120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566160" y="521208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problems that break or glitch the page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 Monitoring — Explained Simply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RUM Alone Isn't the Whole Picture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page can feel slow for two very different reasons: something in the browser, or something on the server. RUM alone can't tell you which — it just shows the symptom.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017520"/>
            <a:ext cx="4206240" cy="1645920"/>
          </a:xfrm>
          <a:prstGeom prst="rect">
            <a:avLst/>
          </a:prstGeom>
          <a:solidFill>
            <a:srgbClr val="EDEFF2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37033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 sees the page load, the click, the wait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0" y="3017520"/>
            <a:ext cx="4206240" cy="1645920"/>
          </a:xfrm>
          <a:prstGeom prst="rect">
            <a:avLst/>
          </a:prstGeom>
          <a:solidFill>
            <a:srgbClr val="EDEFF2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(Tomcat)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06640" y="37033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 sees the actual work: database calls, processing time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0" y="3840480"/>
            <a:ext cx="2103120" cy="0"/>
          </a:xfrm>
          <a:prstGeom prst="line">
            <a:avLst/>
          </a:prstGeom>
          <a:noFill/>
          <a:ln w="31750">
            <a:solidFill>
              <a:srgbClr val="3E8E5A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029200" y="3383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0749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two are linked, a slow page in RUM can point straight to the exact backend moment that caused it.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 Monitoring — Explained Simply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Gives You Day to 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698480" cy="1234440"/>
          </a:xfrm>
          <a:prstGeom prst="rect">
            <a:avLst/>
          </a:prstGeom>
          <a:solidFill>
            <a:srgbClr val="EDEFF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answers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931920" y="196596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guessing why a user complained, open their session and see exactly what happened.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10698480" cy="1234440"/>
          </a:xfrm>
          <a:prstGeom prst="rect">
            <a:avLst/>
          </a:prstGeom>
          <a:solidFill>
            <a:srgbClr val="EDEFF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3832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blind spots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931920" y="338328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errors and slow loads no longer go unnoticed just because the server looked healthy.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10698480" cy="1234440"/>
          </a:xfrm>
          <a:prstGeom prst="rect">
            <a:avLst/>
          </a:prstGeom>
          <a:solidFill>
            <a:srgbClr val="EDEFF2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8006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story, not two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931920" y="480060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frontend experience and the backend cause show up together, not as separate puzzles.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 Monitoring — Explained Simply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in Three Sentences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3520440" cy="2834640"/>
          </a:xfrm>
          <a:prstGeom prst="rect">
            <a:avLst/>
          </a:prstGeom>
          <a:solidFill>
            <a:srgbClr val="EDEFF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6060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monitoring can't see the browser — RUM fills that gap.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25112" y="2377440"/>
            <a:ext cx="3520440" cy="2834640"/>
          </a:xfrm>
          <a:prstGeom prst="rect">
            <a:avLst/>
          </a:prstGeom>
          <a:solidFill>
            <a:srgbClr val="EDEFF2"/>
          </a:solidFill>
          <a:ln/>
        </p:spPr>
      </p:sp>
      <p:sp>
        <p:nvSpPr>
          <p:cNvPr id="8" name="Text 6"/>
          <p:cNvSpPr/>
          <p:nvPr/>
        </p:nvSpPr>
        <p:spPr>
          <a:xfrm>
            <a:off x="4599432" y="26060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99432" y="315468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script that watches page loads, clicks, calls, and errors.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01584" y="2377440"/>
            <a:ext cx="3520440" cy="2834640"/>
          </a:xfrm>
          <a:prstGeom prst="rect">
            <a:avLst/>
          </a:prstGeom>
          <a:solidFill>
            <a:srgbClr val="EDEFF2"/>
          </a:solidFill>
          <a:ln/>
        </p:spPr>
      </p:sp>
      <p:sp>
        <p:nvSpPr>
          <p:cNvPr id="11" name="Text 9"/>
          <p:cNvSpPr/>
          <p:nvPr/>
        </p:nvSpPr>
        <p:spPr>
          <a:xfrm>
            <a:off x="8375904" y="26060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375904" y="315468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reports to Splunk Observability Cloud and links back to the backend trace.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 Monitoring — Explained Simply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2026-07-13T16:19:28Z</dcterms:created>
  <dcterms:modified xsi:type="dcterms:W3CDTF">2026-07-13T16:19:28Z</dcterms:modified>
</cp:coreProperties>
</file>