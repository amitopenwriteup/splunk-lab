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745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 Java Agents to Kubernetes Auto-Instrumentation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the lab to a Python service in Kubernetes, and reading the results as traces and a service 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2011680" cy="0"/>
          </a:xfrm>
          <a:prstGeom prst="line">
            <a:avLst/>
          </a:prstGeom>
          <a:noFill/>
          <a:ln w="25400">
            <a:solidFill>
              <a:srgbClr val="2D5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 Instrumentation Lab — Exercise 4 Extension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Exercise 4 did on a plain VM / Tomcat host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86968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73352"/>
            <a:ext cx="548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673352"/>
            <a:ext cx="32918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agent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673352"/>
            <a:ext cx="6583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the splunk-otel-javaagent.jar onto local disk at /opt/splunk-otel-javaagent/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886968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24912"/>
            <a:ext cx="548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724912"/>
            <a:ext cx="32918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tomcat.conf by hand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724912"/>
            <a:ext cx="6583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out the old JAVA_OPTS line, append a new one with -javaagent and OTEL_* variables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64240" cy="886968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76472"/>
            <a:ext cx="548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776472"/>
            <a:ext cx="32918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the service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776472"/>
            <a:ext cx="6583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systemctl restart tomcat so the JVM picks up the new flags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064240" cy="886968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28032"/>
            <a:ext cx="548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828032"/>
            <a:ext cx="32918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host, one config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4828032"/>
            <a:ext cx="658368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Tomcat node needs this file edited and kept in sync manually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approach does not scale in Kubernetes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7373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are ephemeral — a hand-edited config file disappears the moment a pod is rescheduled or the image is rebuilt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788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single long-lived host to log into and patch; the fix would need to live inside every container image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840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cluster mixes languages — Java services, Python services, Node services — each with a different way to load an agent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4892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needs one mechanism that injects the right agent for the right language, without touching application images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Operator, one CR, per-language injection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Instrumentation resource supports multiple languages — each with its own section: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40680" cy="2743200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OpenTelemetry Operator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controller (installed once per cluster) that watches pods for an annotation and mutates them on creation through a Kubernetes admission webhook.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440680" cy="2743200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377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 Instrumentation CR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926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Declares settings per language — spec.java for the Tomcat service, spec.python for a Python service — plus shared OTLP endpoint and resource attributes.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language annotation (inject-java, inject-python, inject-nodejs …) is independent — a Python pod only pulls in the Python auto-instrumentation.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VS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 injection works a little differently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3566160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JVM has a built-in hook: -javaagent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2461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only needs to set JAVA_TOOL_OPTIONS — the app's own start command never changes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2976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container copies splunk-otel-javaagent.jar onto a shared volume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394960" cy="3566160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94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21945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has no equivalent of -javaagent — instrumentation has to wrap the process itself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32461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container copies the OTel Python auto-instrumentation packages onto a shared volume, added to PYTHONPATH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297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42976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also rewrites the container's start command, prefixing it with opentelemetry-instrument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Python pod carries the annotation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40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YAML carries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instrumentation.opentelemetry.io/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inject-python: "true"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06040" y="292608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205740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2423160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is submitted; the Operator's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webhook intercepts it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container starts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292608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205740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423160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adds an init container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copies the Python auto-instrumentation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into a shared volume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95160" y="292608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0" y="2011680"/>
            <a:ext cx="205740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2423160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sets PYTHONPATH and OTEL_*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vars, and rewrites the container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to prefix opentelemetry-instrument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89720" y="292608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326880" y="2011680"/>
            <a:ext cx="2057400" cy="2286000"/>
          </a:xfrm>
          <a:prstGeom prst="rect">
            <a:avLst/>
          </a:prstGeom>
          <a:solidFill>
            <a:srgbClr val="F4F5F7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64040" y="2423160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starts under the wrapped command;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 for Flask/Django/requests calls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captured automatically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admission-time mutation model as Java — only the payload (packages, env vars, and now the start command) differs.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Annotating the Python deployment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Instrumentation resource (adds a python section)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3200400"/>
          </a:xfrm>
          <a:prstGeom prst="rect">
            <a:avLst/>
          </a:prstGeom>
          <a:solidFill>
            <a:srgbClr val="1E1E28"/>
          </a:solidFill>
          <a:ln w="6350">
            <a:solidFill>
              <a:srgbClr val="D8D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opentelemetry.io/v1alpha1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Instrumentation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splunk-instrumentation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exporter: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http://localhost:4318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&gt;-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ghcr.io/open-telemetry/opentelemetry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-operator/autoinstrumentation-python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resourceAttributes: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deployment.environment: lab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pod template (the annotation)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49240" cy="3200400"/>
          </a:xfrm>
          <a:prstGeom prst="rect">
            <a:avLst/>
          </a:prstGeom>
          <a:solidFill>
            <a:srgbClr val="1E1E28"/>
          </a:solidFill>
          <a:ln w="6350">
            <a:solidFill>
              <a:srgbClr val="D8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4983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annotations: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instrumentation.opentelemetry.io/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inject-python: "true"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python-app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my-registry/python-app:latest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command: ["python", "app.py"]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command: ["python", "app.py"] is what the webhook rewrites — the deployment author does not need to add opentelemetry-instrument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(Java) vs. Kubernetes (Java) vs. Kubernetes (Python)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46120"/>
                <a:gridCol w="32461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VM / Tomcat (Java)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— Java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— Python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the agent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curl to local disk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 container from Instrumentation CR image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 container from Instrumentation CR image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Attach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-javaagent in JAVA_OPTS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JAVA_TOOL_OPTIONS env var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PYTHONPATH + rewritten start command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systemctl restart, per host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rollout restart, webhook mutates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rollout restart, webhook mutates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inject-java: "true"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inject-python: "true"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trace actually 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end-to-end journey of one request, identified by a single trace ID. It is made up of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timed units of work, each with a start time, a duration, and a parent span (except the first).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96312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/order  (root span, python-app)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760720" y="2514600"/>
            <a:ext cx="5852160" cy="340157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004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tomcat-lab /inventory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38544" y="3218688"/>
            <a:ext cx="2926080" cy="340157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0448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* FROM orders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740189" y="3922776"/>
            <a:ext cx="994867" cy="340157"/>
          </a:xfrm>
          <a:prstGeom prst="rect">
            <a:avLst/>
          </a:prstGeom>
          <a:solidFill>
            <a:srgbClr val="8AAFC7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2377440"/>
            <a:ext cx="0" cy="2112264"/>
          </a:xfrm>
          <a:prstGeom prst="line">
            <a:avLst/>
          </a:prstGeom>
          <a:noFill/>
          <a:ln w="12700">
            <a:solidFill>
              <a:srgbClr val="D8D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46268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Nesting shows causality; bar length shows duration — the widest gap between bars is where latency is hiding.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one trace spans both the Python and Java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agents are configured with the same OTEL_EXPORTER_OTLP_ENDPOINT, but what actually links their spans into one trace is a header passed on the wire.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3291840" cy="1188720"/>
          </a:xfrm>
          <a:prstGeom prst="rect">
            <a:avLst/>
          </a:prstGeom>
          <a:solidFill>
            <a:srgbClr val="F4F5F7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(client span)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2834640"/>
            <a:ext cx="3291840" cy="1188720"/>
          </a:xfrm>
          <a:prstGeom prst="rect">
            <a:avLst/>
          </a:prstGeom>
          <a:solidFill>
            <a:srgbClr val="F4F5F7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28346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tomcat-lab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(server span)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3429000"/>
            <a:ext cx="3703320" cy="0"/>
          </a:xfrm>
          <a:prstGeom prst="line">
            <a:avLst/>
          </a:prstGeom>
          <a:noFill/>
          <a:ln w="19050">
            <a:solidFill>
              <a:srgbClr val="4A4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0" y="2194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 carries a traceparent header: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trace-id + parent-span-id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3434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 agent starts the trace and stamps the outgoing HTTP call with a traceparent header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500176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500176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Java agent reads that header instead of starting a new trace, so its span becomes a child of the Python span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66013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566013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APM stitches every span sharing a trace ID into one waterfall, regardless of language or pod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service map shows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APM builds this automatically from span data — no one draws it by hand. Every span's service.name becomes a node; every call between services becomes an edge.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377440" cy="960120"/>
          </a:xfrm>
          <a:prstGeom prst="rect">
            <a:avLst/>
          </a:prstGeom>
          <a:solidFill>
            <a:srgbClr val="F4F5F7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52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2743200"/>
            <a:ext cx="2377440" cy="960120"/>
          </a:xfrm>
          <a:prstGeom prst="rect">
            <a:avLst/>
          </a:prstGeom>
          <a:solidFill>
            <a:srgbClr val="F4F5F7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852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tomcat-lab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service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0" y="2743200"/>
            <a:ext cx="2377440" cy="960120"/>
          </a:xfrm>
          <a:prstGeom prst="rect">
            <a:avLst/>
          </a:prstGeom>
          <a:solidFill>
            <a:srgbClr val="F4F5F7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852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orders-db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3223260"/>
            <a:ext cx="1874520" cy="0"/>
          </a:xfrm>
          <a:prstGeom prst="line">
            <a:avLst/>
          </a:prstGeom>
          <a:noFill/>
          <a:ln w="19050">
            <a:solidFill>
              <a:srgbClr val="4A4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9946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69480" y="3223260"/>
            <a:ext cx="1874520" cy="0"/>
          </a:xfrm>
          <a:prstGeom prst="line">
            <a:avLst/>
          </a:prstGeom>
          <a:noFill/>
          <a:ln w="19050">
            <a:solidFill>
              <a:srgbClr val="4A4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29946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29768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color/health reflects error rate and latency aggregated from real spans, updated continuously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495604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95604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thickness reflects request volume between two services over the selected time window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561441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61441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an edge opens the matching traces — the map is a navigation layer on top of the same span data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annotation to service map — the full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574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inject-python: "true" on the Deployment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06040" y="301752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2194560"/>
            <a:ext cx="20574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adds packages, env vars, wraps the start command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301752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37760" y="2194560"/>
            <a:ext cx="20574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 spans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and downstream Java service each create spans, linked by traceparent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95160" y="301752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0" y="2194560"/>
            <a:ext cx="20574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69480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 sent as OTLP to the collector endpoint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89720" y="301752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326880" y="2194560"/>
            <a:ext cx="2057400" cy="2103120"/>
          </a:xfrm>
          <a:prstGeom prst="rect">
            <a:avLst/>
          </a:prstGeom>
          <a:solidFill>
            <a:srgbClr val="F4F5F7"/>
          </a:solidFill>
          <a:ln w="15875">
            <a:solidFill>
              <a:srgbClr val="2D5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64040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APM renders the spans as traces and rolls them up into the service map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pipeline as Exercise 4 end to end — only the injection mechanism changed, from a hand-edited config file to a pod annotation.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traces arrive, for the Python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013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80136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init container and injected env vars (PYTHONPATH, OTEL_SERVICE_NAME) are present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9008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 &lt;pod&gt; -o yaml | grep command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299008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container command now starts with opentelemetry-instrument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1064240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788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the service endpoint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417880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request, exactly like the closing curl in Exercise 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675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Splunk APM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536752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the python-app service, its trace into tomcat-lab, and both nodes on the service map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2026-07-13T07:30:36Z</dcterms:created>
  <dcterms:modified xsi:type="dcterms:W3CDTF">2026-07-13T07:30:36Z</dcterms:modified>
</cp:coreProperties>
</file>