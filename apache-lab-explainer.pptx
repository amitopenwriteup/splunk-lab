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LAB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Did, Step by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202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68880" y="2377440"/>
            <a:ext cx="32004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1828800"/>
            <a:ext cx="19202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mod_status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32004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0" y="1828800"/>
            <a:ext cx="19202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agent_config.yaml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377440"/>
            <a:ext cx="32004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9480" y="1828800"/>
            <a:ext cx="19202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Collector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turn a plain Apache install into a data source the collector actively monitors.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Apache Ready to Be Monitored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379476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Apache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 httpd service on the host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1828800"/>
            <a:ext cx="3794760" cy="128016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82880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mod_status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/server-status — a live stats page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80467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6576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mod_status, Apache has no page to read from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only prepares Apache itself — the collector doesn't know about it yet.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Add Anything to agent_config.yaml?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Exposes Data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/server-status is now live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468880" cy="118872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Doesn't Know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receiver = no scrape target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2468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828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Tells It Where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receiver: apache + endpoint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42316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242316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29000"/>
            <a:ext cx="813816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4290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collector only collects what its config explicitly lists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service and a running collector are two separate things until the config connects them.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EDIT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Config Change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319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receivers: apache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to read Apache's status page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1737360"/>
            <a:ext cx="3931920" cy="100584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/server-status?auto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WHERE to read it from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9319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0632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collection_interval: 10s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HOW OFTEN to read 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3063240"/>
            <a:ext cx="3931920" cy="100584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30632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pipelines.metrics.receivers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that this data joins the metrics flow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answers one question: what, where, how often, and which pipeline it flows into.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Restart, and How We Confirmed It Worked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202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Config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68880" y="2377440"/>
            <a:ext cx="32004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1828800"/>
            <a:ext cx="19202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Collector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2377440"/>
            <a:ext cx="32004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0" y="1828800"/>
            <a:ext cx="19202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Scrapes Apache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49440" y="2377440"/>
            <a:ext cx="32004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9480" y="1828800"/>
            <a:ext cx="192024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in Splunk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39319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3832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Is Required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collector only re-reads its config file on startup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3383280"/>
            <a:ext cx="3931920" cy="1051560"/>
          </a:xfrm>
          <a:prstGeom prst="rect">
            <a:avLst/>
          </a:prstGeom>
          <a:solidFill>
            <a:srgbClr val="EEF1F8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33832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finder (apache.requests) + Infrastructure &gt; Hosts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 change has no effect until the collector process reloads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Instrumentation — What We Did and Why</dc:title>
  <dc:subject>PptxGenJS Presentation</dc:subject>
  <dc:creator>Splunk OTel Lab</dc:creator>
  <cp:lastModifiedBy>Splunk OTel Lab</cp:lastModifiedBy>
  <cp:revision>1</cp:revision>
  <dcterms:created xsi:type="dcterms:W3CDTF">2026-07-03T07:23:01Z</dcterms:created>
  <dcterms:modified xsi:type="dcterms:W3CDTF">2026-07-03T07:23:01Z</dcterms:modified>
</cp:coreProperties>
</file>