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Instructions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the Splunk OpenTelemetry Collector to Kubernetes with Helm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05840" cy="54864"/>
          </a:xfrm>
          <a:prstGeom prst="rect">
            <a:avLst/>
          </a:prstGeom>
          <a:solidFill>
            <a:srgbClr val="F0722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 to this setup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Collector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30428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Helm chart repository and install the Splunk OpenTelemetry Collector into your cluster.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Auto-Instrumentation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8587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your deployments so the Operator injects instrumentation automatically at runtime.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A — Prerequisite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begin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configure the Helm 3.0 client on your machine.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supported version skew between Helm and Kubernetes before installing, so the chart version you use matches your cluster's Kubernetes version.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 — Add the Helm Chart Repository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the Splunk OTel Collector chart source with your local Helm client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12848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splunk-otel-collector-chart \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https://signalfx.github.io/splunk-otel-collector-chart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C — Update the Repository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the latest chart index so you install the most current version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128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update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 — Install the Collector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the chart into your cluster with your configuration values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114800"/>
          </a:xfrm>
          <a:prstGeom prst="roundRect">
            <a:avLst>
              <a:gd name="adj" fmla="val 133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47088"/>
            <a:ext cx="1060704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splunk-otel-collector 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--set="splunkObservability.accessToken=&lt;ACCESS_TOKEN&gt;,\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clusterName=k8s,\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splunkObservability.realm=us1,\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gateway.enabled=false,\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splunkObservability.profilingEnabled=true,\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environment=unknown,\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operatorcrds.install=true,\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operator.enabled=true,\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agent.discovery.enabled=true" \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splunk-otel-collector-chart/splunk-otel-collector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E — Enable Auto-Instrumentation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a deployment so the Operator injects instrumentation automatically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kubectl patch to add an annotation to your deployment. The annotation tells the Operator which language to instrument and which Instrumentation resource to use.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if your deployment is in a namespace other than default, replace default in the annotation value with your namespace.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0" y="329184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46720" y="329184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— Instrumentation Annotation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runtime that matches your base image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linux-x64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67128"/>
            <a:ext cx="10607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deployment &lt;my-deployment&gt; -n &lt;my-namespace&gt; -p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'{"spec":{"template":{"metadata":{"annotations":{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"instrumentation.opentelemetry.io/inject-dotnet":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"default/splunk-otel-collector",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"instrumentation.opentelemetry.io/otel-dotnet-auto-runtime":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"linux-x64"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}}}}}'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linux-musl-x64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98848"/>
            <a:ext cx="10607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deployment &lt;my-deployment&gt; -n &lt;my-namespace&gt; -p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'{"spec":{"template":{"metadata":{"annotations":{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"instrumentation.opentelemetry.io/inject-dotnet":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"default/splunk-otel-collector",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"instrumentation.opentelemetry.io/otel-dotnet-auto-runtime":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"linux-musl-x64"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}}}}}'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— Instrumentation Annotation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the deployment to inject the Java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12848"/>
            <a:ext cx="10607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deployment &lt;my-deployment&gt; -n &lt;my-namespace&gt; -p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'{"spec":{"template":{"metadata":{"annotations":{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"instrumentation.opentelemetry.io/inject-java":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"default/splunk-otel-collector"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}}}}}'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— Instrumentation Annotation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as Java and .NET, using the Node.js annotation key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12848"/>
            <a:ext cx="106070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deployment &lt;my-deployment&gt; -n &lt;my-namespace&gt; -p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'{"spec":{"template":{"metadata":{"annotations":{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"instrumentation.opentelemetry.io/inject-nodejs":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"default/splunk-otel-collector"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}}}}}'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this patch for every workload you want instrumented, adjusting the deployment name, namespace, and annotation key per language.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verify the Helm 3.0 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update the Splunk OTel Collector Helm repository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collector chart with your access token, realm, and cluster name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deployments with language-specific annotations to enable auto-instrumentation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2026-07-13T07:39:06Z</dcterms:created>
  <dcterms:modified xsi:type="dcterms:W3CDTF">2026-07-13T07:39:06Z</dcterms:modified>
</cp:coreProperties>
</file>